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D13B43-E3C8-4C7F-B416-6A9D4CADCD22}" v="58" dt="2026-04-27T08:00:48.3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8"/>
  </p:normalViewPr>
  <p:slideViewPr>
    <p:cSldViewPr snapToGrid="0">
      <p:cViewPr varScale="1">
        <p:scale>
          <a:sx n="120" d="100"/>
          <a:sy n="120" d="100"/>
        </p:scale>
        <p:origin x="1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mith, Matthew J" userId="836e356e-d795-469a-a9c4-953c89126bf8" providerId="ADAL" clId="{0CA10307-A254-4D91-9B4F-D6EE6CB648CE}"/>
    <pc:docChg chg="undo custSel modSld sldOrd">
      <pc:chgData name="Smith, Matthew J" userId="836e356e-d795-469a-a9c4-953c89126bf8" providerId="ADAL" clId="{0CA10307-A254-4D91-9B4F-D6EE6CB648CE}" dt="2026-04-27T08:51:35.933" v="514" actId="478"/>
      <pc:docMkLst>
        <pc:docMk/>
      </pc:docMkLst>
      <pc:sldChg chg="addSp modSp mod">
        <pc:chgData name="Smith, Matthew J" userId="836e356e-d795-469a-a9c4-953c89126bf8" providerId="ADAL" clId="{0CA10307-A254-4D91-9B4F-D6EE6CB648CE}" dt="2026-04-27T06:35:38.684" v="107" actId="20577"/>
        <pc:sldMkLst>
          <pc:docMk/>
          <pc:sldMk cId="3362243062" sldId="257"/>
        </pc:sldMkLst>
        <pc:spChg chg="add mod">
          <ac:chgData name="Smith, Matthew J" userId="836e356e-d795-469a-a9c4-953c89126bf8" providerId="ADAL" clId="{0CA10307-A254-4D91-9B4F-D6EE6CB648CE}" dt="2026-04-27T06:35:38.684" v="107" actId="20577"/>
          <ac:spMkLst>
            <pc:docMk/>
            <pc:sldMk cId="3362243062" sldId="257"/>
            <ac:spMk id="3" creationId="{0B3B4E93-0E7C-ABF7-3E0B-99DD3EC42A5E}"/>
          </ac:spMkLst>
        </pc:spChg>
        <pc:graphicFrameChg chg="mod">
          <ac:chgData name="Smith, Matthew J" userId="836e356e-d795-469a-a9c4-953c89126bf8" providerId="ADAL" clId="{0CA10307-A254-4D91-9B4F-D6EE6CB648CE}" dt="2026-04-27T06:33:23.291" v="65" actId="1076"/>
          <ac:graphicFrameMkLst>
            <pc:docMk/>
            <pc:sldMk cId="3362243062" sldId="257"/>
            <ac:graphicFrameMk id="7" creationId="{F45C7CEA-DB4F-8EAE-D489-C57B26DB60FD}"/>
          </ac:graphicFrameMkLst>
        </pc:graphicFrameChg>
        <pc:picChg chg="mod">
          <ac:chgData name="Smith, Matthew J" userId="836e356e-d795-469a-a9c4-953c89126bf8" providerId="ADAL" clId="{0CA10307-A254-4D91-9B4F-D6EE6CB648CE}" dt="2026-04-27T06:33:17.835" v="64" actId="1076"/>
          <ac:picMkLst>
            <pc:docMk/>
            <pc:sldMk cId="3362243062" sldId="257"/>
            <ac:picMk id="1028" creationId="{1C4BC5A0-6559-A3F9-E5AB-009E142D02F8}"/>
          </ac:picMkLst>
        </pc:picChg>
      </pc:sldChg>
      <pc:sldChg chg="addSp modSp mod">
        <pc:chgData name="Smith, Matthew J" userId="836e356e-d795-469a-a9c4-953c89126bf8" providerId="ADAL" clId="{0CA10307-A254-4D91-9B4F-D6EE6CB648CE}" dt="2026-04-27T06:45:43.611" v="279" actId="14100"/>
        <pc:sldMkLst>
          <pc:docMk/>
          <pc:sldMk cId="73762508" sldId="258"/>
        </pc:sldMkLst>
        <pc:spChg chg="add mod">
          <ac:chgData name="Smith, Matthew J" userId="836e356e-d795-469a-a9c4-953c89126bf8" providerId="ADAL" clId="{0CA10307-A254-4D91-9B4F-D6EE6CB648CE}" dt="2026-04-27T06:37:29.012" v="152" actId="14100"/>
          <ac:spMkLst>
            <pc:docMk/>
            <pc:sldMk cId="73762508" sldId="258"/>
            <ac:spMk id="3" creationId="{56C54D5E-42B1-EBEE-6B91-660B04CA080E}"/>
          </ac:spMkLst>
        </pc:spChg>
        <pc:spChg chg="mod">
          <ac:chgData name="Smith, Matthew J" userId="836e356e-d795-469a-a9c4-953c89126bf8" providerId="ADAL" clId="{0CA10307-A254-4D91-9B4F-D6EE6CB648CE}" dt="2026-04-27T06:45:43.611" v="279" actId="14100"/>
          <ac:spMkLst>
            <pc:docMk/>
            <pc:sldMk cId="73762508" sldId="258"/>
            <ac:spMk id="4" creationId="{8C488911-EBB2-BE16-2F25-0515788B6911}"/>
          </ac:spMkLst>
        </pc:spChg>
        <pc:spChg chg="mod">
          <ac:chgData name="Smith, Matthew J" userId="836e356e-d795-469a-a9c4-953c89126bf8" providerId="ADAL" clId="{0CA10307-A254-4D91-9B4F-D6EE6CB648CE}" dt="2026-04-27T06:36:01.027" v="111" actId="1076"/>
          <ac:spMkLst>
            <pc:docMk/>
            <pc:sldMk cId="73762508" sldId="258"/>
            <ac:spMk id="5" creationId="{E5B90200-7FC6-9551-303D-3156A78F1DE9}"/>
          </ac:spMkLst>
        </pc:spChg>
        <pc:picChg chg="mod">
          <ac:chgData name="Smith, Matthew J" userId="836e356e-d795-469a-a9c4-953c89126bf8" providerId="ADAL" clId="{0CA10307-A254-4D91-9B4F-D6EE6CB648CE}" dt="2026-04-27T06:36:01.027" v="111" actId="1076"/>
          <ac:picMkLst>
            <pc:docMk/>
            <pc:sldMk cId="73762508" sldId="258"/>
            <ac:picMk id="2053" creationId="{979F3BDD-3982-1136-EF8A-CED97984C856}"/>
          </ac:picMkLst>
        </pc:picChg>
      </pc:sldChg>
      <pc:sldChg chg="addSp delSp modSp mod">
        <pc:chgData name="Smith, Matthew J" userId="836e356e-d795-469a-a9c4-953c89126bf8" providerId="ADAL" clId="{0CA10307-A254-4D91-9B4F-D6EE6CB648CE}" dt="2026-04-27T06:39:25.965" v="184"/>
        <pc:sldMkLst>
          <pc:docMk/>
          <pc:sldMk cId="2362207617" sldId="260"/>
        </pc:sldMkLst>
        <pc:spChg chg="add del">
          <ac:chgData name="Smith, Matthew J" userId="836e356e-d795-469a-a9c4-953c89126bf8" providerId="ADAL" clId="{0CA10307-A254-4D91-9B4F-D6EE6CB648CE}" dt="2026-04-27T06:37:52.955" v="154" actId="22"/>
          <ac:spMkLst>
            <pc:docMk/>
            <pc:sldMk cId="2362207617" sldId="260"/>
            <ac:spMk id="5" creationId="{C0AFF215-B13D-AF2C-6BFC-948EC9D3E640}"/>
          </ac:spMkLst>
        </pc:spChg>
        <pc:spChg chg="add mod">
          <ac:chgData name="Smith, Matthew J" userId="836e356e-d795-469a-a9c4-953c89126bf8" providerId="ADAL" clId="{0CA10307-A254-4D91-9B4F-D6EE6CB648CE}" dt="2026-04-27T06:39:25.965" v="184"/>
          <ac:spMkLst>
            <pc:docMk/>
            <pc:sldMk cId="2362207617" sldId="260"/>
            <ac:spMk id="7" creationId="{D421B40D-D77C-598D-3AA8-DAC98F62875C}"/>
          </ac:spMkLst>
        </pc:spChg>
      </pc:sldChg>
      <pc:sldChg chg="modSp mod">
        <pc:chgData name="Smith, Matthew J" userId="836e356e-d795-469a-a9c4-953c89126bf8" providerId="ADAL" clId="{0CA10307-A254-4D91-9B4F-D6EE6CB648CE}" dt="2026-04-27T06:46:00.840" v="280" actId="14100"/>
        <pc:sldMkLst>
          <pc:docMk/>
          <pc:sldMk cId="726824007" sldId="261"/>
        </pc:sldMkLst>
        <pc:spChg chg="mod">
          <ac:chgData name="Smith, Matthew J" userId="836e356e-d795-469a-a9c4-953c89126bf8" providerId="ADAL" clId="{0CA10307-A254-4D91-9B4F-D6EE6CB648CE}" dt="2026-04-27T06:46:00.840" v="280" actId="14100"/>
          <ac:spMkLst>
            <pc:docMk/>
            <pc:sldMk cId="726824007" sldId="261"/>
            <ac:spMk id="4" creationId="{BF041756-0A62-E251-4DD5-67FB41D6EC9B}"/>
          </ac:spMkLst>
        </pc:spChg>
      </pc:sldChg>
      <pc:sldChg chg="addSp modSp mod">
        <pc:chgData name="Smith, Matthew J" userId="836e356e-d795-469a-a9c4-953c89126bf8" providerId="ADAL" clId="{0CA10307-A254-4D91-9B4F-D6EE6CB648CE}" dt="2026-04-27T06:43:06.740" v="220" actId="1076"/>
        <pc:sldMkLst>
          <pc:docMk/>
          <pc:sldMk cId="431821834" sldId="262"/>
        </pc:sldMkLst>
        <pc:spChg chg="mod">
          <ac:chgData name="Smith, Matthew J" userId="836e356e-d795-469a-a9c4-953c89126bf8" providerId="ADAL" clId="{0CA10307-A254-4D91-9B4F-D6EE6CB648CE}" dt="2026-04-27T06:42:23.154" v="209" actId="14100"/>
          <ac:spMkLst>
            <pc:docMk/>
            <pc:sldMk cId="431821834" sldId="262"/>
            <ac:spMk id="2" creationId="{746C4882-3E70-556E-F0B2-36F499ECB284}"/>
          </ac:spMkLst>
        </pc:spChg>
        <pc:spChg chg="add mod">
          <ac:chgData name="Smith, Matthew J" userId="836e356e-d795-469a-a9c4-953c89126bf8" providerId="ADAL" clId="{0CA10307-A254-4D91-9B4F-D6EE6CB648CE}" dt="2026-04-27T06:42:54.391" v="216" actId="1076"/>
          <ac:spMkLst>
            <pc:docMk/>
            <pc:sldMk cId="431821834" sldId="262"/>
            <ac:spMk id="3" creationId="{6CC7CAB9-809D-B657-2FED-2349AC0262A6}"/>
          </ac:spMkLst>
        </pc:spChg>
        <pc:spChg chg="mod">
          <ac:chgData name="Smith, Matthew J" userId="836e356e-d795-469a-a9c4-953c89126bf8" providerId="ADAL" clId="{0CA10307-A254-4D91-9B4F-D6EE6CB648CE}" dt="2026-04-27T06:42:27.221" v="210" actId="1076"/>
          <ac:spMkLst>
            <pc:docMk/>
            <pc:sldMk cId="431821834" sldId="262"/>
            <ac:spMk id="4" creationId="{9A6CF2BA-BF0B-679D-5B4B-F2919E76A500}"/>
          </ac:spMkLst>
        </pc:spChg>
        <pc:picChg chg="mod">
          <ac:chgData name="Smith, Matthew J" userId="836e356e-d795-469a-a9c4-953c89126bf8" providerId="ADAL" clId="{0CA10307-A254-4D91-9B4F-D6EE6CB648CE}" dt="2026-04-27T06:43:06.740" v="220" actId="1076"/>
          <ac:picMkLst>
            <pc:docMk/>
            <pc:sldMk cId="431821834" sldId="262"/>
            <ac:picMk id="6149" creationId="{8C3A4FB2-DE3B-A242-E8C8-1F08BB1759B8}"/>
          </ac:picMkLst>
        </pc:picChg>
        <pc:picChg chg="mod">
          <ac:chgData name="Smith, Matthew J" userId="836e356e-d795-469a-a9c4-953c89126bf8" providerId="ADAL" clId="{0CA10307-A254-4D91-9B4F-D6EE6CB648CE}" dt="2026-04-27T06:42:58.689" v="217" actId="14100"/>
          <ac:picMkLst>
            <pc:docMk/>
            <pc:sldMk cId="431821834" sldId="262"/>
            <ac:picMk id="6151" creationId="{D4CCADBF-52FC-8C55-2948-94B1C487B233}"/>
          </ac:picMkLst>
        </pc:picChg>
      </pc:sldChg>
      <pc:sldChg chg="addSp modSp mod">
        <pc:chgData name="Smith, Matthew J" userId="836e356e-d795-469a-a9c4-953c89126bf8" providerId="ADAL" clId="{0CA10307-A254-4D91-9B4F-D6EE6CB648CE}" dt="2026-04-27T06:44:57.163" v="272" actId="14100"/>
        <pc:sldMkLst>
          <pc:docMk/>
          <pc:sldMk cId="1996367585" sldId="263"/>
        </pc:sldMkLst>
        <pc:spChg chg="add mod">
          <ac:chgData name="Smith, Matthew J" userId="836e356e-d795-469a-a9c4-953c89126bf8" providerId="ADAL" clId="{0CA10307-A254-4D91-9B4F-D6EE6CB648CE}" dt="2026-04-27T06:44:57.163" v="272" actId="14100"/>
          <ac:spMkLst>
            <pc:docMk/>
            <pc:sldMk cId="1996367585" sldId="263"/>
            <ac:spMk id="3" creationId="{C7C8DB96-B525-B393-031E-05F27C18CBA1}"/>
          </ac:spMkLst>
        </pc:spChg>
        <pc:graphicFrameChg chg="modGraphic">
          <ac:chgData name="Smith, Matthew J" userId="836e356e-d795-469a-a9c4-953c89126bf8" providerId="ADAL" clId="{0CA10307-A254-4D91-9B4F-D6EE6CB648CE}" dt="2026-04-27T06:43:42.520" v="227" actId="14734"/>
          <ac:graphicFrameMkLst>
            <pc:docMk/>
            <pc:sldMk cId="1996367585" sldId="263"/>
            <ac:graphicFrameMk id="4" creationId="{4AFBFCE7-8ECB-B7C6-F1B9-AFA2617CCDBB}"/>
          </ac:graphicFrameMkLst>
        </pc:graphicFrameChg>
      </pc:sldChg>
      <pc:sldChg chg="addSp modSp mod ord">
        <pc:chgData name="Smith, Matthew J" userId="836e356e-d795-469a-a9c4-953c89126bf8" providerId="ADAL" clId="{0CA10307-A254-4D91-9B4F-D6EE6CB648CE}" dt="2026-04-27T08:00:34.912" v="510"/>
        <pc:sldMkLst>
          <pc:docMk/>
          <pc:sldMk cId="2392674098" sldId="264"/>
        </pc:sldMkLst>
        <pc:spChg chg="add mod">
          <ac:chgData name="Smith, Matthew J" userId="836e356e-d795-469a-a9c4-953c89126bf8" providerId="ADAL" clId="{0CA10307-A254-4D91-9B4F-D6EE6CB648CE}" dt="2026-04-27T06:53:55.703" v="425" actId="14100"/>
          <ac:spMkLst>
            <pc:docMk/>
            <pc:sldMk cId="2392674098" sldId="264"/>
            <ac:spMk id="3" creationId="{3080C5E6-383A-1E7F-C1EF-A3053C0D4E32}"/>
          </ac:spMkLst>
        </pc:spChg>
      </pc:sldChg>
      <pc:sldChg chg="addSp delSp modSp mod">
        <pc:chgData name="Smith, Matthew J" userId="836e356e-d795-469a-a9c4-953c89126bf8" providerId="ADAL" clId="{0CA10307-A254-4D91-9B4F-D6EE6CB648CE}" dt="2026-04-27T06:47:02.908" v="294" actId="20577"/>
        <pc:sldMkLst>
          <pc:docMk/>
          <pc:sldMk cId="3861556951" sldId="265"/>
        </pc:sldMkLst>
        <pc:spChg chg="add del">
          <ac:chgData name="Smith, Matthew J" userId="836e356e-d795-469a-a9c4-953c89126bf8" providerId="ADAL" clId="{0CA10307-A254-4D91-9B4F-D6EE6CB648CE}" dt="2026-04-27T06:30:59.333" v="10" actId="478"/>
          <ac:spMkLst>
            <pc:docMk/>
            <pc:sldMk cId="3861556951" sldId="265"/>
            <ac:spMk id="3" creationId="{BB9A08CE-6525-A732-D77C-03128636D7CC}"/>
          </ac:spMkLst>
        </pc:spChg>
        <pc:spChg chg="add mod">
          <ac:chgData name="Smith, Matthew J" userId="836e356e-d795-469a-a9c4-953c89126bf8" providerId="ADAL" clId="{0CA10307-A254-4D91-9B4F-D6EE6CB648CE}" dt="2026-04-27T06:31:17.559" v="14" actId="1076"/>
          <ac:spMkLst>
            <pc:docMk/>
            <pc:sldMk cId="3861556951" sldId="265"/>
            <ac:spMk id="4" creationId="{2D9F725D-9814-3A45-A625-182FFC3240DF}"/>
          </ac:spMkLst>
        </pc:spChg>
        <pc:graphicFrameChg chg="mod modGraphic">
          <ac:chgData name="Smith, Matthew J" userId="836e356e-d795-469a-a9c4-953c89126bf8" providerId="ADAL" clId="{0CA10307-A254-4D91-9B4F-D6EE6CB648CE}" dt="2026-04-27T06:47:02.908" v="294" actId="20577"/>
          <ac:graphicFrameMkLst>
            <pc:docMk/>
            <pc:sldMk cId="3861556951" sldId="265"/>
            <ac:graphicFrameMk id="5" creationId="{111651CE-6B8A-DDA6-0937-226C8B3DE099}"/>
          </ac:graphicFrameMkLst>
        </pc:graphicFrameChg>
      </pc:sldChg>
      <pc:sldChg chg="addSp delSp modSp mod">
        <pc:chgData name="Smith, Matthew J" userId="836e356e-d795-469a-a9c4-953c89126bf8" providerId="ADAL" clId="{0CA10307-A254-4D91-9B4F-D6EE6CB648CE}" dt="2026-04-27T06:55:27.865" v="434"/>
        <pc:sldMkLst>
          <pc:docMk/>
          <pc:sldMk cId="1606649935" sldId="266"/>
        </pc:sldMkLst>
        <pc:spChg chg="add del">
          <ac:chgData name="Smith, Matthew J" userId="836e356e-d795-469a-a9c4-953c89126bf8" providerId="ADAL" clId="{0CA10307-A254-4D91-9B4F-D6EE6CB648CE}" dt="2026-04-27T06:54:48.776" v="427" actId="22"/>
          <ac:spMkLst>
            <pc:docMk/>
            <pc:sldMk cId="1606649935" sldId="266"/>
            <ac:spMk id="4" creationId="{207C2FFC-30A2-9143-8BC7-5D8840560FB1}"/>
          </ac:spMkLst>
        </pc:spChg>
        <pc:spChg chg="add mod">
          <ac:chgData name="Smith, Matthew J" userId="836e356e-d795-469a-a9c4-953c89126bf8" providerId="ADAL" clId="{0CA10307-A254-4D91-9B4F-D6EE6CB648CE}" dt="2026-04-27T06:55:27.865" v="434"/>
          <ac:spMkLst>
            <pc:docMk/>
            <pc:sldMk cId="1606649935" sldId="266"/>
            <ac:spMk id="6" creationId="{56B87817-657F-3874-CCBE-CD5B3C233507}"/>
          </ac:spMkLst>
        </pc:spChg>
        <pc:graphicFrameChg chg="modGraphic">
          <ac:chgData name="Smith, Matthew J" userId="836e356e-d795-469a-a9c4-953c89126bf8" providerId="ADAL" clId="{0CA10307-A254-4D91-9B4F-D6EE6CB648CE}" dt="2026-04-27T06:47:25.854" v="303" actId="20577"/>
          <ac:graphicFrameMkLst>
            <pc:docMk/>
            <pc:sldMk cId="1606649935" sldId="266"/>
            <ac:graphicFrameMk id="5" creationId="{73AEDF89-F421-B179-DC86-7283950F6C12}"/>
          </ac:graphicFrameMkLst>
        </pc:graphicFrameChg>
      </pc:sldChg>
      <pc:sldChg chg="addSp modSp mod setBg">
        <pc:chgData name="Smith, Matthew J" userId="836e356e-d795-469a-a9c4-953c89126bf8" providerId="ADAL" clId="{0CA10307-A254-4D91-9B4F-D6EE6CB648CE}" dt="2026-04-27T06:57:17.960" v="449"/>
        <pc:sldMkLst>
          <pc:docMk/>
          <pc:sldMk cId="723641969" sldId="267"/>
        </pc:sldMkLst>
        <pc:spChg chg="mod">
          <ac:chgData name="Smith, Matthew J" userId="836e356e-d795-469a-a9c4-953c89126bf8" providerId="ADAL" clId="{0CA10307-A254-4D91-9B4F-D6EE6CB648CE}" dt="2026-04-24T00:10:05.679" v="0" actId="26606"/>
          <ac:spMkLst>
            <pc:docMk/>
            <pc:sldMk cId="723641969" sldId="267"/>
            <ac:spMk id="2" creationId="{84B635E5-8211-8628-D252-8B937F774364}"/>
          </ac:spMkLst>
        </pc:spChg>
        <pc:spChg chg="mod">
          <ac:chgData name="Smith, Matthew J" userId="836e356e-d795-469a-a9c4-953c89126bf8" providerId="ADAL" clId="{0CA10307-A254-4D91-9B4F-D6EE6CB648CE}" dt="2026-04-27T06:48:55.266" v="323" actId="20577"/>
          <ac:spMkLst>
            <pc:docMk/>
            <pc:sldMk cId="723641969" sldId="267"/>
            <ac:spMk id="3" creationId="{84D72176-2FEB-2157-B5AF-828A82765737}"/>
          </ac:spMkLst>
        </pc:spChg>
        <pc:spChg chg="add mod">
          <ac:chgData name="Smith, Matthew J" userId="836e356e-d795-469a-a9c4-953c89126bf8" providerId="ADAL" clId="{0CA10307-A254-4D91-9B4F-D6EE6CB648CE}" dt="2026-04-27T06:57:17.960" v="449"/>
          <ac:spMkLst>
            <pc:docMk/>
            <pc:sldMk cId="723641969" sldId="267"/>
            <ac:spMk id="4" creationId="{28D125BD-AE2E-A2C4-9DF0-D3E825B0083C}"/>
          </ac:spMkLst>
        </pc:spChg>
        <pc:spChg chg="add">
          <ac:chgData name="Smith, Matthew J" userId="836e356e-d795-469a-a9c4-953c89126bf8" providerId="ADAL" clId="{0CA10307-A254-4D91-9B4F-D6EE6CB648CE}" dt="2026-04-24T00:10:05.679" v="0" actId="26606"/>
          <ac:spMkLst>
            <pc:docMk/>
            <pc:sldMk cId="723641969" sldId="267"/>
            <ac:spMk id="8" creationId="{09588DA8-065E-4F6F-8EFD-43104AB2E0CF}"/>
          </ac:spMkLst>
        </pc:spChg>
        <pc:spChg chg="add">
          <ac:chgData name="Smith, Matthew J" userId="836e356e-d795-469a-a9c4-953c89126bf8" providerId="ADAL" clId="{0CA10307-A254-4D91-9B4F-D6EE6CB648CE}" dt="2026-04-24T00:10:05.679" v="0" actId="26606"/>
          <ac:spMkLst>
            <pc:docMk/>
            <pc:sldMk cId="723641969" sldId="267"/>
            <ac:spMk id="10" creationId="{C4285719-470E-454C-AF62-8323075F1F5B}"/>
          </ac:spMkLst>
        </pc:spChg>
        <pc:spChg chg="add">
          <ac:chgData name="Smith, Matthew J" userId="836e356e-d795-469a-a9c4-953c89126bf8" providerId="ADAL" clId="{0CA10307-A254-4D91-9B4F-D6EE6CB648CE}" dt="2026-04-24T00:10:05.679" v="0" actId="26606"/>
          <ac:spMkLst>
            <pc:docMk/>
            <pc:sldMk cId="723641969" sldId="267"/>
            <ac:spMk id="12" creationId="{CD9FE4EF-C4D8-49A0-B2FF-81D8DB7D8A24}"/>
          </ac:spMkLst>
        </pc:spChg>
        <pc:spChg chg="add">
          <ac:chgData name="Smith, Matthew J" userId="836e356e-d795-469a-a9c4-953c89126bf8" providerId="ADAL" clId="{0CA10307-A254-4D91-9B4F-D6EE6CB648CE}" dt="2026-04-24T00:10:05.679" v="0" actId="26606"/>
          <ac:spMkLst>
            <pc:docMk/>
            <pc:sldMk cId="723641969" sldId="267"/>
            <ac:spMk id="14" creationId="{4300840D-0A0B-4512-BACA-B439D5B9C57C}"/>
          </ac:spMkLst>
        </pc:spChg>
        <pc:spChg chg="add">
          <ac:chgData name="Smith, Matthew J" userId="836e356e-d795-469a-a9c4-953c89126bf8" providerId="ADAL" clId="{0CA10307-A254-4D91-9B4F-D6EE6CB648CE}" dt="2026-04-24T00:10:05.679" v="0" actId="26606"/>
          <ac:spMkLst>
            <pc:docMk/>
            <pc:sldMk cId="723641969" sldId="267"/>
            <ac:spMk id="16" creationId="{D2B78728-A580-49A7-84F9-6EF6F583ADE0}"/>
          </ac:spMkLst>
        </pc:spChg>
        <pc:spChg chg="add">
          <ac:chgData name="Smith, Matthew J" userId="836e356e-d795-469a-a9c4-953c89126bf8" providerId="ADAL" clId="{0CA10307-A254-4D91-9B4F-D6EE6CB648CE}" dt="2026-04-24T00:10:05.679" v="0" actId="26606"/>
          <ac:spMkLst>
            <pc:docMk/>
            <pc:sldMk cId="723641969" sldId="267"/>
            <ac:spMk id="18" creationId="{38FAA1A1-D861-433F-88FA-1E9D6FD31D11}"/>
          </ac:spMkLst>
        </pc:spChg>
        <pc:spChg chg="add">
          <ac:chgData name="Smith, Matthew J" userId="836e356e-d795-469a-a9c4-953c89126bf8" providerId="ADAL" clId="{0CA10307-A254-4D91-9B4F-D6EE6CB648CE}" dt="2026-04-24T00:10:05.679" v="0" actId="26606"/>
          <ac:spMkLst>
            <pc:docMk/>
            <pc:sldMk cId="723641969" sldId="267"/>
            <ac:spMk id="20" creationId="{8D71EDA1-87BF-4D5D-AB79-F346FD19278A}"/>
          </ac:spMkLst>
        </pc:spChg>
      </pc:sldChg>
      <pc:sldChg chg="addSp modSp mod setBg">
        <pc:chgData name="Smith, Matthew J" userId="836e356e-d795-469a-a9c4-953c89126bf8" providerId="ADAL" clId="{0CA10307-A254-4D91-9B4F-D6EE6CB648CE}" dt="2026-04-27T08:00:42.542" v="511"/>
        <pc:sldMkLst>
          <pc:docMk/>
          <pc:sldMk cId="1726884847" sldId="268"/>
        </pc:sldMkLst>
        <pc:spChg chg="mod">
          <ac:chgData name="Smith, Matthew J" userId="836e356e-d795-469a-a9c4-953c89126bf8" providerId="ADAL" clId="{0CA10307-A254-4D91-9B4F-D6EE6CB648CE}" dt="2026-04-24T00:10:11.301" v="1" actId="26606"/>
          <ac:spMkLst>
            <pc:docMk/>
            <pc:sldMk cId="1726884847" sldId="268"/>
            <ac:spMk id="2" creationId="{0C08947C-003F-A9BE-E2D7-BA2B2DACD540}"/>
          </ac:spMkLst>
        </pc:spChg>
        <pc:spChg chg="mod">
          <ac:chgData name="Smith, Matthew J" userId="836e356e-d795-469a-a9c4-953c89126bf8" providerId="ADAL" clId="{0CA10307-A254-4D91-9B4F-D6EE6CB648CE}" dt="2026-04-27T06:50:04.193" v="341" actId="20577"/>
          <ac:spMkLst>
            <pc:docMk/>
            <pc:sldMk cId="1726884847" sldId="268"/>
            <ac:spMk id="3" creationId="{4EC94C00-412F-C168-260D-02D81713F971}"/>
          </ac:spMkLst>
        </pc:spChg>
        <pc:spChg chg="add mod">
          <ac:chgData name="Smith, Matthew J" userId="836e356e-d795-469a-a9c4-953c89126bf8" providerId="ADAL" clId="{0CA10307-A254-4D91-9B4F-D6EE6CB648CE}" dt="2026-04-27T08:00:42.542" v="511"/>
          <ac:spMkLst>
            <pc:docMk/>
            <pc:sldMk cId="1726884847" sldId="268"/>
            <ac:spMk id="4" creationId="{113603E2-5DC9-4552-7F2F-2F81B86061A3}"/>
          </ac:spMkLst>
        </pc:spChg>
        <pc:spChg chg="add">
          <ac:chgData name="Smith, Matthew J" userId="836e356e-d795-469a-a9c4-953c89126bf8" providerId="ADAL" clId="{0CA10307-A254-4D91-9B4F-D6EE6CB648CE}" dt="2026-04-24T00:10:11.301" v="1" actId="26606"/>
          <ac:spMkLst>
            <pc:docMk/>
            <pc:sldMk cId="1726884847" sldId="268"/>
            <ac:spMk id="8" creationId="{09588DA8-065E-4F6F-8EFD-43104AB2E0CF}"/>
          </ac:spMkLst>
        </pc:spChg>
        <pc:spChg chg="add">
          <ac:chgData name="Smith, Matthew J" userId="836e356e-d795-469a-a9c4-953c89126bf8" providerId="ADAL" clId="{0CA10307-A254-4D91-9B4F-D6EE6CB648CE}" dt="2026-04-24T00:10:11.301" v="1" actId="26606"/>
          <ac:spMkLst>
            <pc:docMk/>
            <pc:sldMk cId="1726884847" sldId="268"/>
            <ac:spMk id="10" creationId="{C4285719-470E-454C-AF62-8323075F1F5B}"/>
          </ac:spMkLst>
        </pc:spChg>
        <pc:spChg chg="add">
          <ac:chgData name="Smith, Matthew J" userId="836e356e-d795-469a-a9c4-953c89126bf8" providerId="ADAL" clId="{0CA10307-A254-4D91-9B4F-D6EE6CB648CE}" dt="2026-04-24T00:10:11.301" v="1" actId="26606"/>
          <ac:spMkLst>
            <pc:docMk/>
            <pc:sldMk cId="1726884847" sldId="268"/>
            <ac:spMk id="12" creationId="{CD9FE4EF-C4D8-49A0-B2FF-81D8DB7D8A24}"/>
          </ac:spMkLst>
        </pc:spChg>
        <pc:spChg chg="add">
          <ac:chgData name="Smith, Matthew J" userId="836e356e-d795-469a-a9c4-953c89126bf8" providerId="ADAL" clId="{0CA10307-A254-4D91-9B4F-D6EE6CB648CE}" dt="2026-04-24T00:10:11.301" v="1" actId="26606"/>
          <ac:spMkLst>
            <pc:docMk/>
            <pc:sldMk cId="1726884847" sldId="268"/>
            <ac:spMk id="14" creationId="{4300840D-0A0B-4512-BACA-B439D5B9C57C}"/>
          </ac:spMkLst>
        </pc:spChg>
        <pc:spChg chg="add">
          <ac:chgData name="Smith, Matthew J" userId="836e356e-d795-469a-a9c4-953c89126bf8" providerId="ADAL" clId="{0CA10307-A254-4D91-9B4F-D6EE6CB648CE}" dt="2026-04-24T00:10:11.301" v="1" actId="26606"/>
          <ac:spMkLst>
            <pc:docMk/>
            <pc:sldMk cId="1726884847" sldId="268"/>
            <ac:spMk id="16" creationId="{D2B78728-A580-49A7-84F9-6EF6F583ADE0}"/>
          </ac:spMkLst>
        </pc:spChg>
        <pc:spChg chg="add">
          <ac:chgData name="Smith, Matthew J" userId="836e356e-d795-469a-a9c4-953c89126bf8" providerId="ADAL" clId="{0CA10307-A254-4D91-9B4F-D6EE6CB648CE}" dt="2026-04-24T00:10:11.301" v="1" actId="26606"/>
          <ac:spMkLst>
            <pc:docMk/>
            <pc:sldMk cId="1726884847" sldId="268"/>
            <ac:spMk id="18" creationId="{38FAA1A1-D861-433F-88FA-1E9D6FD31D11}"/>
          </ac:spMkLst>
        </pc:spChg>
        <pc:spChg chg="add">
          <ac:chgData name="Smith, Matthew J" userId="836e356e-d795-469a-a9c4-953c89126bf8" providerId="ADAL" clId="{0CA10307-A254-4D91-9B4F-D6EE6CB648CE}" dt="2026-04-24T00:10:11.301" v="1" actId="26606"/>
          <ac:spMkLst>
            <pc:docMk/>
            <pc:sldMk cId="1726884847" sldId="268"/>
            <ac:spMk id="20" creationId="{8D71EDA1-87BF-4D5D-AB79-F346FD19278A}"/>
          </ac:spMkLst>
        </pc:spChg>
      </pc:sldChg>
      <pc:sldChg chg="addSp modSp mod setBg">
        <pc:chgData name="Smith, Matthew J" userId="836e356e-d795-469a-a9c4-953c89126bf8" providerId="ADAL" clId="{0CA10307-A254-4D91-9B4F-D6EE6CB648CE}" dt="2026-04-27T08:00:45.849" v="512"/>
        <pc:sldMkLst>
          <pc:docMk/>
          <pc:sldMk cId="1905837754" sldId="269"/>
        </pc:sldMkLst>
        <pc:spChg chg="mod">
          <ac:chgData name="Smith, Matthew J" userId="836e356e-d795-469a-a9c4-953c89126bf8" providerId="ADAL" clId="{0CA10307-A254-4D91-9B4F-D6EE6CB648CE}" dt="2026-04-27T07:57:38.811" v="506" actId="1076"/>
          <ac:spMkLst>
            <pc:docMk/>
            <pc:sldMk cId="1905837754" sldId="269"/>
            <ac:spMk id="2" creationId="{6ED9801B-514C-D7EF-0814-D696E666D76E}"/>
          </ac:spMkLst>
        </pc:spChg>
        <pc:spChg chg="mod">
          <ac:chgData name="Smith, Matthew J" userId="836e356e-d795-469a-a9c4-953c89126bf8" providerId="ADAL" clId="{0CA10307-A254-4D91-9B4F-D6EE6CB648CE}" dt="2026-04-27T06:50:34.030" v="352" actId="20577"/>
          <ac:spMkLst>
            <pc:docMk/>
            <pc:sldMk cId="1905837754" sldId="269"/>
            <ac:spMk id="3" creationId="{74736422-F63E-D0F7-A9F5-F5E348C4D180}"/>
          </ac:spMkLst>
        </pc:spChg>
        <pc:spChg chg="add mod">
          <ac:chgData name="Smith, Matthew J" userId="836e356e-d795-469a-a9c4-953c89126bf8" providerId="ADAL" clId="{0CA10307-A254-4D91-9B4F-D6EE6CB648CE}" dt="2026-04-27T08:00:45.849" v="512"/>
          <ac:spMkLst>
            <pc:docMk/>
            <pc:sldMk cId="1905837754" sldId="269"/>
            <ac:spMk id="6" creationId="{2ADB56DE-F41F-A281-6883-F6C5ADC6D307}"/>
          </ac:spMkLst>
        </pc:spChg>
        <pc:spChg chg="add">
          <ac:chgData name="Smith, Matthew J" userId="836e356e-d795-469a-a9c4-953c89126bf8" providerId="ADAL" clId="{0CA10307-A254-4D91-9B4F-D6EE6CB648CE}" dt="2026-04-24T00:10:15.853" v="2" actId="26606"/>
          <ac:spMkLst>
            <pc:docMk/>
            <pc:sldMk cId="1905837754" sldId="269"/>
            <ac:spMk id="8" creationId="{09588DA8-065E-4F6F-8EFD-43104AB2E0CF}"/>
          </ac:spMkLst>
        </pc:spChg>
        <pc:spChg chg="add">
          <ac:chgData name="Smith, Matthew J" userId="836e356e-d795-469a-a9c4-953c89126bf8" providerId="ADAL" clId="{0CA10307-A254-4D91-9B4F-D6EE6CB648CE}" dt="2026-04-24T00:10:15.853" v="2" actId="26606"/>
          <ac:spMkLst>
            <pc:docMk/>
            <pc:sldMk cId="1905837754" sldId="269"/>
            <ac:spMk id="10" creationId="{C4285719-470E-454C-AF62-8323075F1F5B}"/>
          </ac:spMkLst>
        </pc:spChg>
        <pc:spChg chg="add">
          <ac:chgData name="Smith, Matthew J" userId="836e356e-d795-469a-a9c4-953c89126bf8" providerId="ADAL" clId="{0CA10307-A254-4D91-9B4F-D6EE6CB648CE}" dt="2026-04-24T00:10:15.853" v="2" actId="26606"/>
          <ac:spMkLst>
            <pc:docMk/>
            <pc:sldMk cId="1905837754" sldId="269"/>
            <ac:spMk id="12" creationId="{CD9FE4EF-C4D8-49A0-B2FF-81D8DB7D8A24}"/>
          </ac:spMkLst>
        </pc:spChg>
        <pc:spChg chg="add">
          <ac:chgData name="Smith, Matthew J" userId="836e356e-d795-469a-a9c4-953c89126bf8" providerId="ADAL" clId="{0CA10307-A254-4D91-9B4F-D6EE6CB648CE}" dt="2026-04-24T00:10:15.853" v="2" actId="26606"/>
          <ac:spMkLst>
            <pc:docMk/>
            <pc:sldMk cId="1905837754" sldId="269"/>
            <ac:spMk id="14" creationId="{4300840D-0A0B-4512-BACA-B439D5B9C57C}"/>
          </ac:spMkLst>
        </pc:spChg>
        <pc:spChg chg="add">
          <ac:chgData name="Smith, Matthew J" userId="836e356e-d795-469a-a9c4-953c89126bf8" providerId="ADAL" clId="{0CA10307-A254-4D91-9B4F-D6EE6CB648CE}" dt="2026-04-24T00:10:15.853" v="2" actId="26606"/>
          <ac:spMkLst>
            <pc:docMk/>
            <pc:sldMk cId="1905837754" sldId="269"/>
            <ac:spMk id="16" creationId="{D2B78728-A580-49A7-84F9-6EF6F583ADE0}"/>
          </ac:spMkLst>
        </pc:spChg>
        <pc:spChg chg="add">
          <ac:chgData name="Smith, Matthew J" userId="836e356e-d795-469a-a9c4-953c89126bf8" providerId="ADAL" clId="{0CA10307-A254-4D91-9B4F-D6EE6CB648CE}" dt="2026-04-24T00:10:15.853" v="2" actId="26606"/>
          <ac:spMkLst>
            <pc:docMk/>
            <pc:sldMk cId="1905837754" sldId="269"/>
            <ac:spMk id="18" creationId="{38FAA1A1-D861-433F-88FA-1E9D6FD31D11}"/>
          </ac:spMkLst>
        </pc:spChg>
        <pc:spChg chg="add">
          <ac:chgData name="Smith, Matthew J" userId="836e356e-d795-469a-a9c4-953c89126bf8" providerId="ADAL" clId="{0CA10307-A254-4D91-9B4F-D6EE6CB648CE}" dt="2026-04-24T00:10:15.853" v="2" actId="26606"/>
          <ac:spMkLst>
            <pc:docMk/>
            <pc:sldMk cId="1905837754" sldId="269"/>
            <ac:spMk id="20" creationId="{8D71EDA1-87BF-4D5D-AB79-F346FD19278A}"/>
          </ac:spMkLst>
        </pc:spChg>
        <pc:picChg chg="add mod">
          <ac:chgData name="Smith, Matthew J" userId="836e356e-d795-469a-a9c4-953c89126bf8" providerId="ADAL" clId="{0CA10307-A254-4D91-9B4F-D6EE6CB648CE}" dt="2026-04-27T07:57:44.159" v="508" actId="14100"/>
          <ac:picMkLst>
            <pc:docMk/>
            <pc:sldMk cId="1905837754" sldId="269"/>
            <ac:picMk id="5" creationId="{49F96C47-558A-FF80-258B-BFE754B78AD9}"/>
          </ac:picMkLst>
        </pc:picChg>
      </pc:sldChg>
      <pc:sldChg chg="addSp delSp modSp mod setBg">
        <pc:chgData name="Smith, Matthew J" userId="836e356e-d795-469a-a9c4-953c89126bf8" providerId="ADAL" clId="{0CA10307-A254-4D91-9B4F-D6EE6CB648CE}" dt="2026-04-27T08:51:35.933" v="514" actId="478"/>
        <pc:sldMkLst>
          <pc:docMk/>
          <pc:sldMk cId="170327471" sldId="270"/>
        </pc:sldMkLst>
        <pc:spChg chg="mod">
          <ac:chgData name="Smith, Matthew J" userId="836e356e-d795-469a-a9c4-953c89126bf8" providerId="ADAL" clId="{0CA10307-A254-4D91-9B4F-D6EE6CB648CE}" dt="2026-04-24T00:10:26.558" v="5" actId="26606"/>
          <ac:spMkLst>
            <pc:docMk/>
            <pc:sldMk cId="170327471" sldId="270"/>
            <ac:spMk id="2" creationId="{54FE4955-5D9A-81D9-021B-3B595060A00B}"/>
          </ac:spMkLst>
        </pc:spChg>
        <pc:spChg chg="add mod">
          <ac:chgData name="Smith, Matthew J" userId="836e356e-d795-469a-a9c4-953c89126bf8" providerId="ADAL" clId="{0CA10307-A254-4D91-9B4F-D6EE6CB648CE}" dt="2026-04-27T06:58:55.009" v="469"/>
          <ac:spMkLst>
            <pc:docMk/>
            <pc:sldMk cId="170327471" sldId="270"/>
            <ac:spMk id="3" creationId="{BDEB5939-07BE-ED36-EB90-37DE70B73CDA}"/>
          </ac:spMkLst>
        </pc:spChg>
        <pc:spChg chg="add del mod">
          <ac:chgData name="Smith, Matthew J" userId="836e356e-d795-469a-a9c4-953c89126bf8" providerId="ADAL" clId="{0CA10307-A254-4D91-9B4F-D6EE6CB648CE}" dt="2026-04-27T08:51:35.933" v="514" actId="478"/>
          <ac:spMkLst>
            <pc:docMk/>
            <pc:sldMk cId="170327471" sldId="270"/>
            <ac:spMk id="4" creationId="{007A226A-0D40-5D4B-34C3-4A8A4B05B0AB}"/>
          </ac:spMkLst>
        </pc:spChg>
        <pc:spChg chg="add">
          <ac:chgData name="Smith, Matthew J" userId="836e356e-d795-469a-a9c4-953c89126bf8" providerId="ADAL" clId="{0CA10307-A254-4D91-9B4F-D6EE6CB648CE}" dt="2026-04-24T00:10:26.558" v="5" actId="26606"/>
          <ac:spMkLst>
            <pc:docMk/>
            <pc:sldMk cId="170327471" sldId="270"/>
            <ac:spMk id="8" creationId="{1B15ED52-F352-441B-82BF-E0EA34836D08}"/>
          </ac:spMkLst>
        </pc:spChg>
        <pc:spChg chg="add">
          <ac:chgData name="Smith, Matthew J" userId="836e356e-d795-469a-a9c4-953c89126bf8" providerId="ADAL" clId="{0CA10307-A254-4D91-9B4F-D6EE6CB648CE}" dt="2026-04-24T00:10:26.558" v="5" actId="26606"/>
          <ac:spMkLst>
            <pc:docMk/>
            <pc:sldMk cId="170327471" sldId="270"/>
            <ac:spMk id="10" creationId="{3B2E3793-BFE6-45A2-9B7B-E18844431C99}"/>
          </ac:spMkLst>
        </pc:spChg>
        <pc:spChg chg="add">
          <ac:chgData name="Smith, Matthew J" userId="836e356e-d795-469a-a9c4-953c89126bf8" providerId="ADAL" clId="{0CA10307-A254-4D91-9B4F-D6EE6CB648CE}" dt="2026-04-24T00:10:26.558" v="5" actId="26606"/>
          <ac:spMkLst>
            <pc:docMk/>
            <pc:sldMk cId="170327471" sldId="270"/>
            <ac:spMk id="12" creationId="{BC4C4868-CB8F-4AF9-9CDB-8108F2C19B67}"/>
          </ac:spMkLst>
        </pc:spChg>
        <pc:spChg chg="add">
          <ac:chgData name="Smith, Matthew J" userId="836e356e-d795-469a-a9c4-953c89126bf8" providerId="ADAL" clId="{0CA10307-A254-4D91-9B4F-D6EE6CB648CE}" dt="2026-04-24T00:10:26.558" v="5" actId="26606"/>
          <ac:spMkLst>
            <pc:docMk/>
            <pc:sldMk cId="170327471" sldId="270"/>
            <ac:spMk id="14" creationId="{375E0459-6403-40CD-989D-56A4407CA12E}"/>
          </ac:spMkLst>
        </pc:spChg>
        <pc:spChg chg="add">
          <ac:chgData name="Smith, Matthew J" userId="836e356e-d795-469a-a9c4-953c89126bf8" providerId="ADAL" clId="{0CA10307-A254-4D91-9B4F-D6EE6CB648CE}" dt="2026-04-24T00:10:26.558" v="5" actId="26606"/>
          <ac:spMkLst>
            <pc:docMk/>
            <pc:sldMk cId="170327471" sldId="270"/>
            <ac:spMk id="16" creationId="{53E5B1A8-3AC9-4BD1-9BBC-78CA94F2D1BA}"/>
          </ac:spMkLst>
        </pc:spChg>
        <pc:spChg chg="add mod">
          <ac:chgData name="Smith, Matthew J" userId="836e356e-d795-469a-a9c4-953c89126bf8" providerId="ADAL" clId="{0CA10307-A254-4D91-9B4F-D6EE6CB648CE}" dt="2026-04-27T06:50:42.928" v="355" actId="20577"/>
          <ac:spMkLst>
            <pc:docMk/>
            <pc:sldMk cId="170327471" sldId="270"/>
            <ac:spMk id="17" creationId="{F2E9C920-F84A-E486-62AA-23CFFBCC8C5F}"/>
          </ac:spMkLst>
        </pc:spChg>
      </pc:sldChg>
      <pc:sldChg chg="modSp mod">
        <pc:chgData name="Smith, Matthew J" userId="836e356e-d795-469a-a9c4-953c89126bf8" providerId="ADAL" clId="{0CA10307-A254-4D91-9B4F-D6EE6CB648CE}" dt="2026-04-27T06:51:13.247" v="369" actId="20577"/>
        <pc:sldMkLst>
          <pc:docMk/>
          <pc:sldMk cId="3810615950" sldId="271"/>
        </pc:sldMkLst>
        <pc:spChg chg="mod">
          <ac:chgData name="Smith, Matthew J" userId="836e356e-d795-469a-a9c4-953c89126bf8" providerId="ADAL" clId="{0CA10307-A254-4D91-9B4F-D6EE6CB648CE}" dt="2026-04-27T06:51:13.247" v="369" actId="20577"/>
          <ac:spMkLst>
            <pc:docMk/>
            <pc:sldMk cId="3810615950" sldId="271"/>
            <ac:spMk id="5" creationId="{66E0D8D9-BAF1-8501-F61D-0DFE84765C77}"/>
          </ac:spMkLst>
        </pc:spChg>
        <pc:graphicFrameChg chg="modGraphic">
          <ac:chgData name="Smith, Matthew J" userId="836e356e-d795-469a-a9c4-953c89126bf8" providerId="ADAL" clId="{0CA10307-A254-4D91-9B4F-D6EE6CB648CE}" dt="2026-04-27T06:51:08.657" v="366" actId="20577"/>
          <ac:graphicFrameMkLst>
            <pc:docMk/>
            <pc:sldMk cId="3810615950" sldId="271"/>
            <ac:graphicFrameMk id="4" creationId="{1EC29A90-8CEF-72A3-8105-F6EC508561CD}"/>
          </ac:graphicFrameMkLst>
        </pc:graphicFrameChg>
      </pc:sldChg>
      <pc:sldChg chg="modSp mod">
        <pc:chgData name="Smith, Matthew J" userId="836e356e-d795-469a-a9c4-953c89126bf8" providerId="ADAL" clId="{0CA10307-A254-4D91-9B4F-D6EE6CB648CE}" dt="2026-04-27T07:00:21.713" v="502" actId="113"/>
        <pc:sldMkLst>
          <pc:docMk/>
          <pc:sldMk cId="958569188" sldId="272"/>
        </pc:sldMkLst>
        <pc:spChg chg="mod">
          <ac:chgData name="Smith, Matthew J" userId="836e356e-d795-469a-a9c4-953c89126bf8" providerId="ADAL" clId="{0CA10307-A254-4D91-9B4F-D6EE6CB648CE}" dt="2026-04-27T07:00:21.713" v="502" actId="113"/>
          <ac:spMkLst>
            <pc:docMk/>
            <pc:sldMk cId="958569188" sldId="272"/>
            <ac:spMk id="4" creationId="{D928583F-8968-485B-1197-DEE09912794B}"/>
          </ac:spMkLst>
        </pc:spChg>
      </pc:sldChg>
      <pc:sldChg chg="addSp delSp modSp mod setBg">
        <pc:chgData name="Smith, Matthew J" userId="836e356e-d795-469a-a9c4-953c89126bf8" providerId="ADAL" clId="{0CA10307-A254-4D91-9B4F-D6EE6CB648CE}" dt="2026-04-27T06:52:02.754" v="394" actId="20577"/>
        <pc:sldMkLst>
          <pc:docMk/>
          <pc:sldMk cId="4063033797" sldId="273"/>
        </pc:sldMkLst>
        <pc:spChg chg="mod">
          <ac:chgData name="Smith, Matthew J" userId="836e356e-d795-469a-a9c4-953c89126bf8" providerId="ADAL" clId="{0CA10307-A254-4D91-9B4F-D6EE6CB648CE}" dt="2026-04-24T00:10:39.463" v="6" actId="26606"/>
          <ac:spMkLst>
            <pc:docMk/>
            <pc:sldMk cId="4063033797" sldId="273"/>
            <ac:spMk id="2" creationId="{55D9AB78-DC12-F7FB-987A-78CCB16DC841}"/>
          </ac:spMkLst>
        </pc:spChg>
        <pc:spChg chg="add">
          <ac:chgData name="Smith, Matthew J" userId="836e356e-d795-469a-a9c4-953c89126bf8" providerId="ADAL" clId="{0CA10307-A254-4D91-9B4F-D6EE6CB648CE}" dt="2026-04-24T00:10:39.463" v="6" actId="26606"/>
          <ac:spMkLst>
            <pc:docMk/>
            <pc:sldMk cId="4063033797" sldId="273"/>
            <ac:spMk id="10" creationId="{E5F17139-31EE-46AC-B04F-DBBD852DD6CB}"/>
          </ac:spMkLst>
        </pc:spChg>
        <pc:spChg chg="add">
          <ac:chgData name="Smith, Matthew J" userId="836e356e-d795-469a-a9c4-953c89126bf8" providerId="ADAL" clId="{0CA10307-A254-4D91-9B4F-D6EE6CB648CE}" dt="2026-04-24T00:10:39.463" v="6" actId="26606"/>
          <ac:spMkLst>
            <pc:docMk/>
            <pc:sldMk cId="4063033797" sldId="273"/>
            <ac:spMk id="12" creationId="{AAD42DD4-86F6-4FD2-869F-32D35E310CF6}"/>
          </ac:spMkLst>
        </pc:spChg>
        <pc:spChg chg="add">
          <ac:chgData name="Smith, Matthew J" userId="836e356e-d795-469a-a9c4-953c89126bf8" providerId="ADAL" clId="{0CA10307-A254-4D91-9B4F-D6EE6CB648CE}" dt="2026-04-24T00:10:39.463" v="6" actId="26606"/>
          <ac:spMkLst>
            <pc:docMk/>
            <pc:sldMk cId="4063033797" sldId="273"/>
            <ac:spMk id="14" creationId="{4C36B8C5-0DEB-41B5-911D-572E2E835E3C}"/>
          </ac:spMkLst>
        </pc:spChg>
        <pc:spChg chg="add">
          <ac:chgData name="Smith, Matthew J" userId="836e356e-d795-469a-a9c4-953c89126bf8" providerId="ADAL" clId="{0CA10307-A254-4D91-9B4F-D6EE6CB648CE}" dt="2026-04-24T00:10:39.463" v="6" actId="26606"/>
          <ac:spMkLst>
            <pc:docMk/>
            <pc:sldMk cId="4063033797" sldId="273"/>
            <ac:spMk id="16" creationId="{B5DC987A-A8C7-4C23-9BF5-33E9F6F21DCB}"/>
          </ac:spMkLst>
        </pc:spChg>
        <pc:spChg chg="add">
          <ac:chgData name="Smith, Matthew J" userId="836e356e-d795-469a-a9c4-953c89126bf8" providerId="ADAL" clId="{0CA10307-A254-4D91-9B4F-D6EE6CB648CE}" dt="2026-04-24T00:10:39.463" v="6" actId="26606"/>
          <ac:spMkLst>
            <pc:docMk/>
            <pc:sldMk cId="4063033797" sldId="273"/>
            <ac:spMk id="18" creationId="{F213F2CF-C6DF-4CE1-A6F0-E3B1BFBB0B23}"/>
          </ac:spMkLst>
        </pc:spChg>
        <pc:spChg chg="add">
          <ac:chgData name="Smith, Matthew J" userId="836e356e-d795-469a-a9c4-953c89126bf8" providerId="ADAL" clId="{0CA10307-A254-4D91-9B4F-D6EE6CB648CE}" dt="2026-04-24T00:10:39.463" v="6" actId="26606"/>
          <ac:spMkLst>
            <pc:docMk/>
            <pc:sldMk cId="4063033797" sldId="273"/>
            <ac:spMk id="20" creationId="{84325C15-4820-4911-B66E-A5F917CFAE58}"/>
          </ac:spMkLst>
        </pc:spChg>
        <pc:graphicFrameChg chg="add mod modGraphic">
          <ac:chgData name="Smith, Matthew J" userId="836e356e-d795-469a-a9c4-953c89126bf8" providerId="ADAL" clId="{0CA10307-A254-4D91-9B4F-D6EE6CB648CE}" dt="2026-04-27T06:52:02.754" v="394" actId="20577"/>
          <ac:graphicFrameMkLst>
            <pc:docMk/>
            <pc:sldMk cId="4063033797" sldId="273"/>
            <ac:graphicFrameMk id="6" creationId="{88B069A2-28C1-3776-7A33-442299B363C6}"/>
          </ac:graphicFrameMkLst>
        </pc:graphicFrameChg>
      </pc:sldChg>
      <pc:sldChg chg="addSp delSp modSp mod setBg">
        <pc:chgData name="Smith, Matthew J" userId="836e356e-d795-469a-a9c4-953c89126bf8" providerId="ADAL" clId="{0CA10307-A254-4D91-9B4F-D6EE6CB648CE}" dt="2026-04-27T06:52:30.406" v="409" actId="20577"/>
        <pc:sldMkLst>
          <pc:docMk/>
          <pc:sldMk cId="3287356656" sldId="274"/>
        </pc:sldMkLst>
        <pc:spChg chg="mod">
          <ac:chgData name="Smith, Matthew J" userId="836e356e-d795-469a-a9c4-953c89126bf8" providerId="ADAL" clId="{0CA10307-A254-4D91-9B4F-D6EE6CB648CE}" dt="2026-04-24T00:10:47.545" v="7" actId="26606"/>
          <ac:spMkLst>
            <pc:docMk/>
            <pc:sldMk cId="3287356656" sldId="274"/>
            <ac:spMk id="2" creationId="{9F4E72B5-0938-40CC-4967-9440D558BBF4}"/>
          </ac:spMkLst>
        </pc:spChg>
        <pc:spChg chg="add">
          <ac:chgData name="Smith, Matthew J" userId="836e356e-d795-469a-a9c4-953c89126bf8" providerId="ADAL" clId="{0CA10307-A254-4D91-9B4F-D6EE6CB648CE}" dt="2026-04-24T00:10:47.545" v="7" actId="26606"/>
          <ac:spMkLst>
            <pc:docMk/>
            <pc:sldMk cId="3287356656" sldId="274"/>
            <ac:spMk id="10" creationId="{A7AE9375-4664-4DB2-922D-2782A6E439AC}"/>
          </ac:spMkLst>
        </pc:spChg>
        <pc:graphicFrameChg chg="add modGraphic">
          <ac:chgData name="Smith, Matthew J" userId="836e356e-d795-469a-a9c4-953c89126bf8" providerId="ADAL" clId="{0CA10307-A254-4D91-9B4F-D6EE6CB648CE}" dt="2026-04-27T06:52:30.406" v="409" actId="20577"/>
          <ac:graphicFrameMkLst>
            <pc:docMk/>
            <pc:sldMk cId="3287356656" sldId="274"/>
            <ac:graphicFrameMk id="6" creationId="{B04B7108-0E35-2568-4F44-9C38A3EEE185}"/>
          </ac:graphicFrameMkLst>
        </pc:graphicFrameChg>
        <pc:cxnChg chg="add">
          <ac:chgData name="Smith, Matthew J" userId="836e356e-d795-469a-a9c4-953c89126bf8" providerId="ADAL" clId="{0CA10307-A254-4D91-9B4F-D6EE6CB648CE}" dt="2026-04-24T00:10:47.545" v="7" actId="26606"/>
          <ac:cxnSpMkLst>
            <pc:docMk/>
            <pc:sldMk cId="3287356656" sldId="274"/>
            <ac:cxnSpMk id="12" creationId="{EE504C98-6397-41C1-A8D8-2D9C4ED307E0}"/>
          </ac:cxnSpMkLst>
        </pc:cxnChg>
        <pc:cxnChg chg="add">
          <ac:chgData name="Smith, Matthew J" userId="836e356e-d795-469a-a9c4-953c89126bf8" providerId="ADAL" clId="{0CA10307-A254-4D91-9B4F-D6EE6CB648CE}" dt="2026-04-24T00:10:47.545" v="7" actId="26606"/>
          <ac:cxnSpMkLst>
            <pc:docMk/>
            <pc:sldMk cId="3287356656" sldId="274"/>
            <ac:cxnSpMk id="14" creationId="{17C2F6CE-0CF2-4DDD-85F5-96799A328F15}"/>
          </ac:cxnSpMkLst>
        </pc:cxnChg>
      </pc:sldChg>
      <pc:sldChg chg="addSp delSp modSp mod setBg">
        <pc:chgData name="Smith, Matthew J" userId="836e356e-d795-469a-a9c4-953c89126bf8" providerId="ADAL" clId="{0CA10307-A254-4D91-9B4F-D6EE6CB648CE}" dt="2026-04-27T06:52:50.808" v="416" actId="20577"/>
        <pc:sldMkLst>
          <pc:docMk/>
          <pc:sldMk cId="3428739930" sldId="275"/>
        </pc:sldMkLst>
        <pc:spChg chg="mod">
          <ac:chgData name="Smith, Matthew J" userId="836e356e-d795-469a-a9c4-953c89126bf8" providerId="ADAL" clId="{0CA10307-A254-4D91-9B4F-D6EE6CB648CE}" dt="2026-04-24T00:11:00" v="8" actId="26606"/>
          <ac:spMkLst>
            <pc:docMk/>
            <pc:sldMk cId="3428739930" sldId="275"/>
            <ac:spMk id="2" creationId="{5FD1A637-F71B-96DC-7FE0-9AC94AFD2364}"/>
          </ac:spMkLst>
        </pc:spChg>
        <pc:spChg chg="add">
          <ac:chgData name="Smith, Matthew J" userId="836e356e-d795-469a-a9c4-953c89126bf8" providerId="ADAL" clId="{0CA10307-A254-4D91-9B4F-D6EE6CB648CE}" dt="2026-04-24T00:11:00" v="8" actId="26606"/>
          <ac:spMkLst>
            <pc:docMk/>
            <pc:sldMk cId="3428739930" sldId="275"/>
            <ac:spMk id="10" creationId="{A7AE9375-4664-4DB2-922D-2782A6E439AC}"/>
          </ac:spMkLst>
        </pc:spChg>
        <pc:graphicFrameChg chg="add modGraphic">
          <ac:chgData name="Smith, Matthew J" userId="836e356e-d795-469a-a9c4-953c89126bf8" providerId="ADAL" clId="{0CA10307-A254-4D91-9B4F-D6EE6CB648CE}" dt="2026-04-27T06:52:50.808" v="416" actId="20577"/>
          <ac:graphicFrameMkLst>
            <pc:docMk/>
            <pc:sldMk cId="3428739930" sldId="275"/>
            <ac:graphicFrameMk id="6" creationId="{8170370C-E19C-FC89-DA82-CB0FAAABA22D}"/>
          </ac:graphicFrameMkLst>
        </pc:graphicFrameChg>
        <pc:cxnChg chg="add">
          <ac:chgData name="Smith, Matthew J" userId="836e356e-d795-469a-a9c4-953c89126bf8" providerId="ADAL" clId="{0CA10307-A254-4D91-9B4F-D6EE6CB648CE}" dt="2026-04-24T00:11:00" v="8" actId="26606"/>
          <ac:cxnSpMkLst>
            <pc:docMk/>
            <pc:sldMk cId="3428739930" sldId="275"/>
            <ac:cxnSpMk id="12" creationId="{EE504C98-6397-41C1-A8D8-2D9C4ED307E0}"/>
          </ac:cxnSpMkLst>
        </pc:cxnChg>
        <pc:cxnChg chg="add">
          <ac:chgData name="Smith, Matthew J" userId="836e356e-d795-469a-a9c4-953c89126bf8" providerId="ADAL" clId="{0CA10307-A254-4D91-9B4F-D6EE6CB648CE}" dt="2026-04-24T00:11:00" v="8" actId="26606"/>
          <ac:cxnSpMkLst>
            <pc:docMk/>
            <pc:sldMk cId="3428739930" sldId="275"/>
            <ac:cxnSpMk id="14" creationId="{17C2F6CE-0CF2-4DDD-85F5-96799A328F15}"/>
          </ac:cxnSpMkLst>
        </pc:cxn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3.svg"/><Relationship Id="rId1" Type="http://schemas.openxmlformats.org/officeDocument/2006/relationships/image" Target="../media/image1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3.svg"/><Relationship Id="rId1" Type="http://schemas.openxmlformats.org/officeDocument/2006/relationships/image" Target="../media/image1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8E0117-1A40-49C9-8057-3CF758CBE3CA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6EA0431-F9E7-4A90-9F4F-04E7CBA7439F}">
      <dgm:prSet/>
      <dgm:spPr/>
      <dgm:t>
        <a:bodyPr/>
        <a:lstStyle/>
        <a:p>
          <a:r>
            <a:rPr lang="en-US" b="0" i="0" baseline="0" dirty="0"/>
            <a:t>The internet is an inherently insecure medium: data in transit is vulnerable to interception, tampering, and eavesdropping </a:t>
          </a:r>
          <a:endParaRPr lang="en-US" dirty="0"/>
        </a:p>
      </dgm:t>
    </dgm:pt>
    <dgm:pt modelId="{AADA5B18-B1FF-419B-870C-A855C81AE133}" type="parTrans" cxnId="{2EDA3A5F-D25A-40B4-96ED-38E2C5893EF1}">
      <dgm:prSet/>
      <dgm:spPr/>
      <dgm:t>
        <a:bodyPr/>
        <a:lstStyle/>
        <a:p>
          <a:endParaRPr lang="en-US"/>
        </a:p>
      </dgm:t>
    </dgm:pt>
    <dgm:pt modelId="{AB6C947E-DA76-4AF3-8044-A9F40779719B}" type="sibTrans" cxnId="{2EDA3A5F-D25A-40B4-96ED-38E2C5893EF1}">
      <dgm:prSet/>
      <dgm:spPr/>
      <dgm:t>
        <a:bodyPr/>
        <a:lstStyle/>
        <a:p>
          <a:endParaRPr lang="en-US"/>
        </a:p>
      </dgm:t>
    </dgm:pt>
    <dgm:pt modelId="{A4D5BF9C-2D6C-4931-B557-BEAA93495582}">
      <dgm:prSet/>
      <dgm:spPr/>
      <dgm:t>
        <a:bodyPr/>
        <a:lstStyle/>
        <a:p>
          <a:r>
            <a:rPr lang="en-US" b="0" i="0" baseline="0"/>
            <a:t>Organizations rely on VPNs to extend private networks securely over public infrastructure </a:t>
          </a:r>
          <a:endParaRPr lang="en-US"/>
        </a:p>
      </dgm:t>
    </dgm:pt>
    <dgm:pt modelId="{9B1E37F7-48AA-4A69-8D73-22431A2E2DC1}" type="parTrans" cxnId="{63E6F7A2-6589-4D02-9405-2FC6D7AD0E48}">
      <dgm:prSet/>
      <dgm:spPr/>
      <dgm:t>
        <a:bodyPr/>
        <a:lstStyle/>
        <a:p>
          <a:endParaRPr lang="en-US"/>
        </a:p>
      </dgm:t>
    </dgm:pt>
    <dgm:pt modelId="{AA1F80A4-C529-42BB-865C-A5E3BB505CBB}" type="sibTrans" cxnId="{63E6F7A2-6589-4D02-9405-2FC6D7AD0E48}">
      <dgm:prSet/>
      <dgm:spPr/>
      <dgm:t>
        <a:bodyPr/>
        <a:lstStyle/>
        <a:p>
          <a:endParaRPr lang="en-US"/>
        </a:p>
      </dgm:t>
    </dgm:pt>
    <dgm:pt modelId="{A2FAACC8-5536-4E91-BB3A-DE2782A2FDB0}">
      <dgm:prSet/>
      <dgm:spPr/>
      <dgm:t>
        <a:bodyPr/>
        <a:lstStyle/>
        <a:p>
          <a:r>
            <a:rPr lang="en-US" b="0" i="0" baseline="0"/>
            <a:t>TLS/SSL-based VPNs are among the most widely deployed security technologies in enterprise, remote work, and cloud environments </a:t>
          </a:r>
          <a:endParaRPr lang="en-US"/>
        </a:p>
      </dgm:t>
    </dgm:pt>
    <dgm:pt modelId="{1514F53B-FF2A-49BE-9F89-F13973740024}" type="parTrans" cxnId="{B6973707-E788-42CD-8724-B1BB3CC29CF8}">
      <dgm:prSet/>
      <dgm:spPr/>
      <dgm:t>
        <a:bodyPr/>
        <a:lstStyle/>
        <a:p>
          <a:endParaRPr lang="en-US"/>
        </a:p>
      </dgm:t>
    </dgm:pt>
    <dgm:pt modelId="{890E6C9E-3FCA-4D16-AB61-33FCD58A84B7}" type="sibTrans" cxnId="{B6973707-E788-42CD-8724-B1BB3CC29CF8}">
      <dgm:prSet/>
      <dgm:spPr/>
      <dgm:t>
        <a:bodyPr/>
        <a:lstStyle/>
        <a:p>
          <a:endParaRPr lang="en-US"/>
        </a:p>
      </dgm:t>
    </dgm:pt>
    <dgm:pt modelId="{A4B40313-0253-4592-9C04-B5297286713A}">
      <dgm:prSet/>
      <dgm:spPr/>
      <dgm:t>
        <a:bodyPr/>
        <a:lstStyle/>
        <a:p>
          <a:r>
            <a:rPr lang="en-US" b="0" i="0" baseline="0" dirty="0"/>
            <a:t>Building a VPN from scratch reveals the layered interplay of cryptography, networking, and authentication, the core pillars of applied security</a:t>
          </a:r>
          <a:endParaRPr lang="en-US" dirty="0"/>
        </a:p>
      </dgm:t>
    </dgm:pt>
    <dgm:pt modelId="{634EE528-33EF-4C4E-831F-29BA7F9E2F08}" type="parTrans" cxnId="{28D40591-7753-422A-8BA3-555DF493C2AD}">
      <dgm:prSet/>
      <dgm:spPr/>
      <dgm:t>
        <a:bodyPr/>
        <a:lstStyle/>
        <a:p>
          <a:endParaRPr lang="en-US"/>
        </a:p>
      </dgm:t>
    </dgm:pt>
    <dgm:pt modelId="{66756402-7DA7-45DD-BE42-37F760B09C2A}" type="sibTrans" cxnId="{28D40591-7753-422A-8BA3-555DF493C2AD}">
      <dgm:prSet/>
      <dgm:spPr/>
      <dgm:t>
        <a:bodyPr/>
        <a:lstStyle/>
        <a:p>
          <a:endParaRPr lang="en-US"/>
        </a:p>
      </dgm:t>
    </dgm:pt>
    <dgm:pt modelId="{76EE4752-03BF-094C-8EE3-279D950574F4}" type="pres">
      <dgm:prSet presAssocID="{E68E0117-1A40-49C9-8057-3CF758CBE3CA}" presName="linear" presStyleCnt="0">
        <dgm:presLayoutVars>
          <dgm:animLvl val="lvl"/>
          <dgm:resizeHandles val="exact"/>
        </dgm:presLayoutVars>
      </dgm:prSet>
      <dgm:spPr/>
    </dgm:pt>
    <dgm:pt modelId="{C4E3E870-AFE2-6B4E-9DE5-37C083682F50}" type="pres">
      <dgm:prSet presAssocID="{A6EA0431-F9E7-4A90-9F4F-04E7CBA7439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D55F2D9-42E6-E243-832A-4B4C0D92951E}" type="pres">
      <dgm:prSet presAssocID="{AB6C947E-DA76-4AF3-8044-A9F40779719B}" presName="spacer" presStyleCnt="0"/>
      <dgm:spPr/>
    </dgm:pt>
    <dgm:pt modelId="{9BCD0629-44AB-1B4B-97F5-3CDB17513416}" type="pres">
      <dgm:prSet presAssocID="{A4D5BF9C-2D6C-4931-B557-BEAA9349558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382D088-4F1F-B04B-B936-D1B127382D45}" type="pres">
      <dgm:prSet presAssocID="{AA1F80A4-C529-42BB-865C-A5E3BB505CBB}" presName="spacer" presStyleCnt="0"/>
      <dgm:spPr/>
    </dgm:pt>
    <dgm:pt modelId="{32141E2A-C22B-1C43-80A3-78512F08E48F}" type="pres">
      <dgm:prSet presAssocID="{A2FAACC8-5536-4E91-BB3A-DE2782A2FDB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CB65003-3AC7-9D4F-B406-589BCAEFBD87}" type="pres">
      <dgm:prSet presAssocID="{890E6C9E-3FCA-4D16-AB61-33FCD58A84B7}" presName="spacer" presStyleCnt="0"/>
      <dgm:spPr/>
    </dgm:pt>
    <dgm:pt modelId="{BF5AFE2B-6681-0B42-BE92-74B17252FB12}" type="pres">
      <dgm:prSet presAssocID="{A4B40313-0253-4592-9C04-B5297286713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6973707-E788-42CD-8724-B1BB3CC29CF8}" srcId="{E68E0117-1A40-49C9-8057-3CF758CBE3CA}" destId="{A2FAACC8-5536-4E91-BB3A-DE2782A2FDB0}" srcOrd="2" destOrd="0" parTransId="{1514F53B-FF2A-49BE-9F89-F13973740024}" sibTransId="{890E6C9E-3FCA-4D16-AB61-33FCD58A84B7}"/>
    <dgm:cxn modelId="{5C14225B-238D-AA4C-85EA-DD7100926331}" type="presOf" srcId="{A4B40313-0253-4592-9C04-B5297286713A}" destId="{BF5AFE2B-6681-0B42-BE92-74B17252FB12}" srcOrd="0" destOrd="0" presId="urn:microsoft.com/office/officeart/2005/8/layout/vList2"/>
    <dgm:cxn modelId="{2EDA3A5F-D25A-40B4-96ED-38E2C5893EF1}" srcId="{E68E0117-1A40-49C9-8057-3CF758CBE3CA}" destId="{A6EA0431-F9E7-4A90-9F4F-04E7CBA7439F}" srcOrd="0" destOrd="0" parTransId="{AADA5B18-B1FF-419B-870C-A855C81AE133}" sibTransId="{AB6C947E-DA76-4AF3-8044-A9F40779719B}"/>
    <dgm:cxn modelId="{F6633581-EBF1-7347-90D9-6A84F3253E54}" type="presOf" srcId="{A6EA0431-F9E7-4A90-9F4F-04E7CBA7439F}" destId="{C4E3E870-AFE2-6B4E-9DE5-37C083682F50}" srcOrd="0" destOrd="0" presId="urn:microsoft.com/office/officeart/2005/8/layout/vList2"/>
    <dgm:cxn modelId="{28D40591-7753-422A-8BA3-555DF493C2AD}" srcId="{E68E0117-1A40-49C9-8057-3CF758CBE3CA}" destId="{A4B40313-0253-4592-9C04-B5297286713A}" srcOrd="3" destOrd="0" parTransId="{634EE528-33EF-4C4E-831F-29BA7F9E2F08}" sibTransId="{66756402-7DA7-45DD-BE42-37F760B09C2A}"/>
    <dgm:cxn modelId="{63E6F7A2-6589-4D02-9405-2FC6D7AD0E48}" srcId="{E68E0117-1A40-49C9-8057-3CF758CBE3CA}" destId="{A4D5BF9C-2D6C-4931-B557-BEAA93495582}" srcOrd="1" destOrd="0" parTransId="{9B1E37F7-48AA-4A69-8D73-22431A2E2DC1}" sibTransId="{AA1F80A4-C529-42BB-865C-A5E3BB505CBB}"/>
    <dgm:cxn modelId="{6A6F22AA-D93B-0C43-BDC0-912F5B95BDDF}" type="presOf" srcId="{A2FAACC8-5536-4E91-BB3A-DE2782A2FDB0}" destId="{32141E2A-C22B-1C43-80A3-78512F08E48F}" srcOrd="0" destOrd="0" presId="urn:microsoft.com/office/officeart/2005/8/layout/vList2"/>
    <dgm:cxn modelId="{8C6322B5-28E5-A445-A376-E8333B1E79A8}" type="presOf" srcId="{A4D5BF9C-2D6C-4931-B557-BEAA93495582}" destId="{9BCD0629-44AB-1B4B-97F5-3CDB17513416}" srcOrd="0" destOrd="0" presId="urn:microsoft.com/office/officeart/2005/8/layout/vList2"/>
    <dgm:cxn modelId="{2ED1BAFC-A240-4A4E-8EC8-E8893E1A20C5}" type="presOf" srcId="{E68E0117-1A40-49C9-8057-3CF758CBE3CA}" destId="{76EE4752-03BF-094C-8EE3-279D950574F4}" srcOrd="0" destOrd="0" presId="urn:microsoft.com/office/officeart/2005/8/layout/vList2"/>
    <dgm:cxn modelId="{882B078B-F3EB-2F48-BEB6-AF5906D135F3}" type="presParOf" srcId="{76EE4752-03BF-094C-8EE3-279D950574F4}" destId="{C4E3E870-AFE2-6B4E-9DE5-37C083682F50}" srcOrd="0" destOrd="0" presId="urn:microsoft.com/office/officeart/2005/8/layout/vList2"/>
    <dgm:cxn modelId="{1DA5CAFB-453C-8D41-9D14-3CBBE912F2FA}" type="presParOf" srcId="{76EE4752-03BF-094C-8EE3-279D950574F4}" destId="{2D55F2D9-42E6-E243-832A-4B4C0D92951E}" srcOrd="1" destOrd="0" presId="urn:microsoft.com/office/officeart/2005/8/layout/vList2"/>
    <dgm:cxn modelId="{5FBE9ECF-B44B-A447-841E-04283237E7A5}" type="presParOf" srcId="{76EE4752-03BF-094C-8EE3-279D950574F4}" destId="{9BCD0629-44AB-1B4B-97F5-3CDB17513416}" srcOrd="2" destOrd="0" presId="urn:microsoft.com/office/officeart/2005/8/layout/vList2"/>
    <dgm:cxn modelId="{0E2D63AD-9F76-634F-923F-F4547555F6D9}" type="presParOf" srcId="{76EE4752-03BF-094C-8EE3-279D950574F4}" destId="{C382D088-4F1F-B04B-B936-D1B127382D45}" srcOrd="3" destOrd="0" presId="urn:microsoft.com/office/officeart/2005/8/layout/vList2"/>
    <dgm:cxn modelId="{C27014E8-AC2E-774B-98EA-6E2ACF3531E2}" type="presParOf" srcId="{76EE4752-03BF-094C-8EE3-279D950574F4}" destId="{32141E2A-C22B-1C43-80A3-78512F08E48F}" srcOrd="4" destOrd="0" presId="urn:microsoft.com/office/officeart/2005/8/layout/vList2"/>
    <dgm:cxn modelId="{28146326-DB9D-AB4E-AA00-000115696D61}" type="presParOf" srcId="{76EE4752-03BF-094C-8EE3-279D950574F4}" destId="{BCB65003-3AC7-9D4F-B406-589BCAEFBD87}" srcOrd="5" destOrd="0" presId="urn:microsoft.com/office/officeart/2005/8/layout/vList2"/>
    <dgm:cxn modelId="{7B8C9642-4F6D-E84B-815B-784C0BC003D9}" type="presParOf" srcId="{76EE4752-03BF-094C-8EE3-279D950574F4}" destId="{BF5AFE2B-6681-0B42-BE92-74B17252FB1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536F70-A048-416D-8C14-97F630A68E5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FC27D93-1550-47F2-B126-415C33A003C6}">
      <dgm:prSet/>
      <dgm:spPr/>
      <dgm:t>
        <a:bodyPr/>
        <a:lstStyle/>
        <a:p>
          <a:r>
            <a:rPr lang="en-US" b="1" i="0" baseline="0"/>
            <a:t>Background</a:t>
          </a:r>
          <a:r>
            <a:rPr lang="en-US" b="0" i="0" baseline="0"/>
            <a:t>: Network topology, implementation overview, and relevant protocols </a:t>
          </a:r>
          <a:endParaRPr lang="en-US"/>
        </a:p>
      </dgm:t>
    </dgm:pt>
    <dgm:pt modelId="{9DC689CA-E971-45BD-8E67-1E0EEF8B7B51}" type="parTrans" cxnId="{AC06619E-5537-42B8-80A2-26EFF3425C18}">
      <dgm:prSet/>
      <dgm:spPr/>
      <dgm:t>
        <a:bodyPr/>
        <a:lstStyle/>
        <a:p>
          <a:endParaRPr lang="en-US"/>
        </a:p>
      </dgm:t>
    </dgm:pt>
    <dgm:pt modelId="{9E90B0DF-3808-4BE5-A71B-32F34A4451BB}" type="sibTrans" cxnId="{AC06619E-5537-42B8-80A2-26EFF3425C18}">
      <dgm:prSet/>
      <dgm:spPr/>
      <dgm:t>
        <a:bodyPr/>
        <a:lstStyle/>
        <a:p>
          <a:endParaRPr lang="en-US"/>
        </a:p>
      </dgm:t>
    </dgm:pt>
    <dgm:pt modelId="{54ECDCC8-89BB-4E71-9D47-CF1EDE8862E6}">
      <dgm:prSet/>
      <dgm:spPr/>
      <dgm:t>
        <a:bodyPr/>
        <a:lstStyle/>
        <a:p>
          <a:r>
            <a:rPr lang="en-US" b="1" i="0" baseline="0"/>
            <a:t>Design Overview</a:t>
          </a:r>
          <a:r>
            <a:rPr lang="en-US" b="0" i="0" baseline="0"/>
            <a:t>: Task summary table and completion status </a:t>
          </a:r>
          <a:endParaRPr lang="en-US"/>
        </a:p>
      </dgm:t>
    </dgm:pt>
    <dgm:pt modelId="{B292F8EB-0615-442C-90C7-5CF9AFC8C182}" type="parTrans" cxnId="{9F46FB34-F69A-4299-B5B6-9C1373542E02}">
      <dgm:prSet/>
      <dgm:spPr/>
      <dgm:t>
        <a:bodyPr/>
        <a:lstStyle/>
        <a:p>
          <a:endParaRPr lang="en-US"/>
        </a:p>
      </dgm:t>
    </dgm:pt>
    <dgm:pt modelId="{7C22C678-B852-416F-85B7-A81E5862E62A}" type="sibTrans" cxnId="{9F46FB34-F69A-4299-B5B6-9C1373542E02}">
      <dgm:prSet/>
      <dgm:spPr/>
      <dgm:t>
        <a:bodyPr/>
        <a:lstStyle/>
        <a:p>
          <a:endParaRPr lang="en-US"/>
        </a:p>
      </dgm:t>
    </dgm:pt>
    <dgm:pt modelId="{125B525C-5FFC-44E9-8003-5AD7B62E1607}">
      <dgm:prSet/>
      <dgm:spPr/>
      <dgm:t>
        <a:bodyPr/>
        <a:lstStyle/>
        <a:p>
          <a:r>
            <a:rPr lang="en-US" b="1" i="0" baseline="0"/>
            <a:t>Task Walkthroughs</a:t>
          </a:r>
          <a:r>
            <a:rPr lang="en-US" b="0" i="0" baseline="0"/>
            <a:t>: Tasks 1 through 6 with demos, Q&amp;A, and takeaways </a:t>
          </a:r>
          <a:endParaRPr lang="en-US"/>
        </a:p>
      </dgm:t>
    </dgm:pt>
    <dgm:pt modelId="{7F33000D-71BE-456C-9D1F-40A61E9F0915}" type="parTrans" cxnId="{C075AF37-CE17-4DA7-82CD-D69913F38195}">
      <dgm:prSet/>
      <dgm:spPr/>
      <dgm:t>
        <a:bodyPr/>
        <a:lstStyle/>
        <a:p>
          <a:endParaRPr lang="en-US"/>
        </a:p>
      </dgm:t>
    </dgm:pt>
    <dgm:pt modelId="{C799060E-5191-4F14-8251-FB4B80FCA792}" type="sibTrans" cxnId="{C075AF37-CE17-4DA7-82CD-D69913F38195}">
      <dgm:prSet/>
      <dgm:spPr/>
      <dgm:t>
        <a:bodyPr/>
        <a:lstStyle/>
        <a:p>
          <a:endParaRPr lang="en-US"/>
        </a:p>
      </dgm:t>
    </dgm:pt>
    <dgm:pt modelId="{9CB68C54-F9B8-4B8E-8386-5BE49E33D3DA}">
      <dgm:prSet/>
      <dgm:spPr/>
      <dgm:t>
        <a:bodyPr/>
        <a:lstStyle/>
        <a:p>
          <a:r>
            <a:rPr lang="en-US" b="1" i="0" baseline="0"/>
            <a:t>Attack Mitigation &amp; Generalization</a:t>
          </a:r>
          <a:r>
            <a:rPr lang="en-US" b="0" i="0" baseline="0"/>
            <a:t>: MITM demonstration and countermeasures </a:t>
          </a:r>
          <a:endParaRPr lang="en-US"/>
        </a:p>
      </dgm:t>
    </dgm:pt>
    <dgm:pt modelId="{F937C3B8-7979-4E65-A4B5-3AED704967C4}" type="parTrans" cxnId="{44844E1F-97A5-4325-9936-563820375A9F}">
      <dgm:prSet/>
      <dgm:spPr/>
      <dgm:t>
        <a:bodyPr/>
        <a:lstStyle/>
        <a:p>
          <a:endParaRPr lang="en-US"/>
        </a:p>
      </dgm:t>
    </dgm:pt>
    <dgm:pt modelId="{50C4F8BE-9B69-4588-BCCB-B355E0F3F603}" type="sibTrans" cxnId="{44844E1F-97A5-4325-9936-563820375A9F}">
      <dgm:prSet/>
      <dgm:spPr/>
      <dgm:t>
        <a:bodyPr/>
        <a:lstStyle/>
        <a:p>
          <a:endParaRPr lang="en-US"/>
        </a:p>
      </dgm:t>
    </dgm:pt>
    <dgm:pt modelId="{E303F52B-322C-4BC5-A545-FEAE4538AEA6}">
      <dgm:prSet/>
      <dgm:spPr/>
      <dgm:t>
        <a:bodyPr/>
        <a:lstStyle/>
        <a:p>
          <a:r>
            <a:rPr lang="en-US" b="1" i="0" baseline="0"/>
            <a:t>Conclusion</a:t>
          </a:r>
          <a:r>
            <a:rPr lang="en-US" b="0" i="0" baseline="0"/>
            <a:t>: Summary, problem solution, and future directions </a:t>
          </a:r>
          <a:endParaRPr lang="en-US"/>
        </a:p>
      </dgm:t>
    </dgm:pt>
    <dgm:pt modelId="{A3A0179B-60E7-49A8-BBAB-4366E335C192}" type="parTrans" cxnId="{F89B5FBB-792F-4C92-A124-F09F4971A8CB}">
      <dgm:prSet/>
      <dgm:spPr/>
      <dgm:t>
        <a:bodyPr/>
        <a:lstStyle/>
        <a:p>
          <a:endParaRPr lang="en-US"/>
        </a:p>
      </dgm:t>
    </dgm:pt>
    <dgm:pt modelId="{A496D819-EAE2-4468-827A-33603A773720}" type="sibTrans" cxnId="{F89B5FBB-792F-4C92-A124-F09F4971A8CB}">
      <dgm:prSet/>
      <dgm:spPr/>
      <dgm:t>
        <a:bodyPr/>
        <a:lstStyle/>
        <a:p>
          <a:endParaRPr lang="en-US"/>
        </a:p>
      </dgm:t>
    </dgm:pt>
    <dgm:pt modelId="{713ED67B-79C1-4792-B02F-90A5E2BA8F9B}">
      <dgm:prSet/>
      <dgm:spPr/>
      <dgm:t>
        <a:bodyPr/>
        <a:lstStyle/>
        <a:p>
          <a:r>
            <a:rPr lang="en-US" b="0" i="0" baseline="0"/>
            <a:t>Self-Reflection</a:t>
          </a:r>
          <a:endParaRPr lang="en-US"/>
        </a:p>
      </dgm:t>
    </dgm:pt>
    <dgm:pt modelId="{AA904C72-9A81-431A-ADC5-2F02E7176D60}" type="parTrans" cxnId="{B4E2A41D-7DB4-42E0-8DA6-4D1EC1B6B1BE}">
      <dgm:prSet/>
      <dgm:spPr/>
      <dgm:t>
        <a:bodyPr/>
        <a:lstStyle/>
        <a:p>
          <a:endParaRPr lang="en-US"/>
        </a:p>
      </dgm:t>
    </dgm:pt>
    <dgm:pt modelId="{F66064E9-7414-4D98-ADC4-B98BD325AD0D}" type="sibTrans" cxnId="{B4E2A41D-7DB4-42E0-8DA6-4D1EC1B6B1BE}">
      <dgm:prSet/>
      <dgm:spPr/>
      <dgm:t>
        <a:bodyPr/>
        <a:lstStyle/>
        <a:p>
          <a:endParaRPr lang="en-US"/>
        </a:p>
      </dgm:t>
    </dgm:pt>
    <dgm:pt modelId="{A60EF8CD-86FE-46BC-B4E1-6F8FDE89346C}" type="pres">
      <dgm:prSet presAssocID="{3C536F70-A048-416D-8C14-97F630A68E5C}" presName="root" presStyleCnt="0">
        <dgm:presLayoutVars>
          <dgm:dir/>
          <dgm:resizeHandles val="exact"/>
        </dgm:presLayoutVars>
      </dgm:prSet>
      <dgm:spPr/>
    </dgm:pt>
    <dgm:pt modelId="{C7CF125B-0C1F-465B-B9E0-720ECFE1328E}" type="pres">
      <dgm:prSet presAssocID="{2FC27D93-1550-47F2-B126-415C33A003C6}" presName="compNode" presStyleCnt="0"/>
      <dgm:spPr/>
    </dgm:pt>
    <dgm:pt modelId="{C32EEE18-E6F8-43B8-B611-1C6A1ED1FA9B}" type="pres">
      <dgm:prSet presAssocID="{2FC27D93-1550-47F2-B126-415C33A003C6}" presName="bgRect" presStyleLbl="bgShp" presStyleIdx="0" presStyleCnt="6"/>
      <dgm:spPr/>
    </dgm:pt>
    <dgm:pt modelId="{2686B7BB-1CFE-47D7-BC2A-64FC2B89E7F3}" type="pres">
      <dgm:prSet presAssocID="{2FC27D93-1550-47F2-B126-415C33A003C6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0B324E87-208F-4908-8EFA-18A598872042}" type="pres">
      <dgm:prSet presAssocID="{2FC27D93-1550-47F2-B126-415C33A003C6}" presName="spaceRect" presStyleCnt="0"/>
      <dgm:spPr/>
    </dgm:pt>
    <dgm:pt modelId="{978BB18A-CA52-4898-BE5B-BEA3BF8CC31E}" type="pres">
      <dgm:prSet presAssocID="{2FC27D93-1550-47F2-B126-415C33A003C6}" presName="parTx" presStyleLbl="revTx" presStyleIdx="0" presStyleCnt="6">
        <dgm:presLayoutVars>
          <dgm:chMax val="0"/>
          <dgm:chPref val="0"/>
        </dgm:presLayoutVars>
      </dgm:prSet>
      <dgm:spPr/>
    </dgm:pt>
    <dgm:pt modelId="{3607C331-C232-4978-81C4-879417D3CB68}" type="pres">
      <dgm:prSet presAssocID="{9E90B0DF-3808-4BE5-A71B-32F34A4451BB}" presName="sibTrans" presStyleCnt="0"/>
      <dgm:spPr/>
    </dgm:pt>
    <dgm:pt modelId="{7A52673E-6373-4671-A34D-486ABFDD1100}" type="pres">
      <dgm:prSet presAssocID="{54ECDCC8-89BB-4E71-9D47-CF1EDE8862E6}" presName="compNode" presStyleCnt="0"/>
      <dgm:spPr/>
    </dgm:pt>
    <dgm:pt modelId="{A927128A-68B2-4C6F-86E6-D06348E95AFC}" type="pres">
      <dgm:prSet presAssocID="{54ECDCC8-89BB-4E71-9D47-CF1EDE8862E6}" presName="bgRect" presStyleLbl="bgShp" presStyleIdx="1" presStyleCnt="6"/>
      <dgm:spPr/>
    </dgm:pt>
    <dgm:pt modelId="{D2787441-EE26-4E63-B288-D2EA85E5AB72}" type="pres">
      <dgm:prSet presAssocID="{54ECDCC8-89BB-4E71-9D47-CF1EDE8862E6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80D1363-5E9C-4B81-A3D7-7CFDB49AAF35}" type="pres">
      <dgm:prSet presAssocID="{54ECDCC8-89BB-4E71-9D47-CF1EDE8862E6}" presName="spaceRect" presStyleCnt="0"/>
      <dgm:spPr/>
    </dgm:pt>
    <dgm:pt modelId="{05D73620-4442-4882-9C5B-94A58CC49D84}" type="pres">
      <dgm:prSet presAssocID="{54ECDCC8-89BB-4E71-9D47-CF1EDE8862E6}" presName="parTx" presStyleLbl="revTx" presStyleIdx="1" presStyleCnt="6">
        <dgm:presLayoutVars>
          <dgm:chMax val="0"/>
          <dgm:chPref val="0"/>
        </dgm:presLayoutVars>
      </dgm:prSet>
      <dgm:spPr/>
    </dgm:pt>
    <dgm:pt modelId="{D87C926C-1801-482D-83D3-8E7931E6415B}" type="pres">
      <dgm:prSet presAssocID="{7C22C678-B852-416F-85B7-A81E5862E62A}" presName="sibTrans" presStyleCnt="0"/>
      <dgm:spPr/>
    </dgm:pt>
    <dgm:pt modelId="{F89EFE58-C302-4F32-ABA6-3DC69FD23398}" type="pres">
      <dgm:prSet presAssocID="{125B525C-5FFC-44E9-8003-5AD7B62E1607}" presName="compNode" presStyleCnt="0"/>
      <dgm:spPr/>
    </dgm:pt>
    <dgm:pt modelId="{9525CC8E-5A1D-4DF4-86C0-FE328EC55C90}" type="pres">
      <dgm:prSet presAssocID="{125B525C-5FFC-44E9-8003-5AD7B62E1607}" presName="bgRect" presStyleLbl="bgShp" presStyleIdx="2" presStyleCnt="6"/>
      <dgm:spPr/>
    </dgm:pt>
    <dgm:pt modelId="{5218A8B4-0262-44E6-9DFD-5BD7951E79B6}" type="pres">
      <dgm:prSet presAssocID="{125B525C-5FFC-44E9-8003-5AD7B62E1607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DB17C692-2F4F-4FCE-BA9A-FE319ED31F57}" type="pres">
      <dgm:prSet presAssocID="{125B525C-5FFC-44E9-8003-5AD7B62E1607}" presName="spaceRect" presStyleCnt="0"/>
      <dgm:spPr/>
    </dgm:pt>
    <dgm:pt modelId="{1C174986-9130-4EFE-A141-12A6AA4D4728}" type="pres">
      <dgm:prSet presAssocID="{125B525C-5FFC-44E9-8003-5AD7B62E1607}" presName="parTx" presStyleLbl="revTx" presStyleIdx="2" presStyleCnt="6">
        <dgm:presLayoutVars>
          <dgm:chMax val="0"/>
          <dgm:chPref val="0"/>
        </dgm:presLayoutVars>
      </dgm:prSet>
      <dgm:spPr/>
    </dgm:pt>
    <dgm:pt modelId="{AE827B93-EC3A-407A-B4EA-607AC7FEDE74}" type="pres">
      <dgm:prSet presAssocID="{C799060E-5191-4F14-8251-FB4B80FCA792}" presName="sibTrans" presStyleCnt="0"/>
      <dgm:spPr/>
    </dgm:pt>
    <dgm:pt modelId="{650EBE26-8EA0-4DF6-A61C-018063B9335B}" type="pres">
      <dgm:prSet presAssocID="{9CB68C54-F9B8-4B8E-8386-5BE49E33D3DA}" presName="compNode" presStyleCnt="0"/>
      <dgm:spPr/>
    </dgm:pt>
    <dgm:pt modelId="{34D0FBA1-59E1-48D3-9653-497497236750}" type="pres">
      <dgm:prSet presAssocID="{9CB68C54-F9B8-4B8E-8386-5BE49E33D3DA}" presName="bgRect" presStyleLbl="bgShp" presStyleIdx="3" presStyleCnt="6"/>
      <dgm:spPr/>
    </dgm:pt>
    <dgm:pt modelId="{0FBD1290-94D8-4C8D-A5B7-DBB231A320CC}" type="pres">
      <dgm:prSet presAssocID="{9CB68C54-F9B8-4B8E-8386-5BE49E33D3DA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A0C7EE85-2CC3-4ED3-ADF5-F3E800934A99}" type="pres">
      <dgm:prSet presAssocID="{9CB68C54-F9B8-4B8E-8386-5BE49E33D3DA}" presName="spaceRect" presStyleCnt="0"/>
      <dgm:spPr/>
    </dgm:pt>
    <dgm:pt modelId="{21BADDB7-7B14-46F8-8D32-A99B571353B1}" type="pres">
      <dgm:prSet presAssocID="{9CB68C54-F9B8-4B8E-8386-5BE49E33D3DA}" presName="parTx" presStyleLbl="revTx" presStyleIdx="3" presStyleCnt="6">
        <dgm:presLayoutVars>
          <dgm:chMax val="0"/>
          <dgm:chPref val="0"/>
        </dgm:presLayoutVars>
      </dgm:prSet>
      <dgm:spPr/>
    </dgm:pt>
    <dgm:pt modelId="{3344B51E-95AE-4E87-B616-E150ABDA04F0}" type="pres">
      <dgm:prSet presAssocID="{50C4F8BE-9B69-4588-BCCB-B355E0F3F603}" presName="sibTrans" presStyleCnt="0"/>
      <dgm:spPr/>
    </dgm:pt>
    <dgm:pt modelId="{1DB463F7-303D-4938-9848-73AD6E2FA915}" type="pres">
      <dgm:prSet presAssocID="{E303F52B-322C-4BC5-A545-FEAE4538AEA6}" presName="compNode" presStyleCnt="0"/>
      <dgm:spPr/>
    </dgm:pt>
    <dgm:pt modelId="{CCEAF40A-8405-4712-B8F4-F37656BDB9BC}" type="pres">
      <dgm:prSet presAssocID="{E303F52B-322C-4BC5-A545-FEAE4538AEA6}" presName="bgRect" presStyleLbl="bgShp" presStyleIdx="4" presStyleCnt="6"/>
      <dgm:spPr/>
    </dgm:pt>
    <dgm:pt modelId="{719BB452-8F6E-4E40-B558-3940ED33237A}" type="pres">
      <dgm:prSet presAssocID="{E303F52B-322C-4BC5-A545-FEAE4538AEA6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4B036589-973E-44F0-914E-4BA7F3D9DC7E}" type="pres">
      <dgm:prSet presAssocID="{E303F52B-322C-4BC5-A545-FEAE4538AEA6}" presName="spaceRect" presStyleCnt="0"/>
      <dgm:spPr/>
    </dgm:pt>
    <dgm:pt modelId="{169FBED2-1EF8-4AAA-B776-014B5ABBC32E}" type="pres">
      <dgm:prSet presAssocID="{E303F52B-322C-4BC5-A545-FEAE4538AEA6}" presName="parTx" presStyleLbl="revTx" presStyleIdx="4" presStyleCnt="6">
        <dgm:presLayoutVars>
          <dgm:chMax val="0"/>
          <dgm:chPref val="0"/>
        </dgm:presLayoutVars>
      </dgm:prSet>
      <dgm:spPr/>
    </dgm:pt>
    <dgm:pt modelId="{E29E40D0-64D4-4A4D-BED8-9587CF4029DB}" type="pres">
      <dgm:prSet presAssocID="{A496D819-EAE2-4468-827A-33603A773720}" presName="sibTrans" presStyleCnt="0"/>
      <dgm:spPr/>
    </dgm:pt>
    <dgm:pt modelId="{62D66932-EB09-48CC-B882-3246BFDB2B17}" type="pres">
      <dgm:prSet presAssocID="{713ED67B-79C1-4792-B02F-90A5E2BA8F9B}" presName="compNode" presStyleCnt="0"/>
      <dgm:spPr/>
    </dgm:pt>
    <dgm:pt modelId="{2F943703-31DD-4F22-AEA7-16AB5683842F}" type="pres">
      <dgm:prSet presAssocID="{713ED67B-79C1-4792-B02F-90A5E2BA8F9B}" presName="bgRect" presStyleLbl="bgShp" presStyleIdx="5" presStyleCnt="6"/>
      <dgm:spPr/>
    </dgm:pt>
    <dgm:pt modelId="{86E79C4C-15D3-497F-9D25-11F3F38AA5E1}" type="pres">
      <dgm:prSet presAssocID="{713ED67B-79C1-4792-B02F-90A5E2BA8F9B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7D549A59-74BE-4AEB-8316-7F36D9F414B0}" type="pres">
      <dgm:prSet presAssocID="{713ED67B-79C1-4792-B02F-90A5E2BA8F9B}" presName="spaceRect" presStyleCnt="0"/>
      <dgm:spPr/>
    </dgm:pt>
    <dgm:pt modelId="{0AFBCDBF-B18D-4ABA-9E25-A5712C8C52B9}" type="pres">
      <dgm:prSet presAssocID="{713ED67B-79C1-4792-B02F-90A5E2BA8F9B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4E2A41D-7DB4-42E0-8DA6-4D1EC1B6B1BE}" srcId="{3C536F70-A048-416D-8C14-97F630A68E5C}" destId="{713ED67B-79C1-4792-B02F-90A5E2BA8F9B}" srcOrd="5" destOrd="0" parTransId="{AA904C72-9A81-431A-ADC5-2F02E7176D60}" sibTransId="{F66064E9-7414-4D98-ADC4-B98BD325AD0D}"/>
    <dgm:cxn modelId="{44844E1F-97A5-4325-9936-563820375A9F}" srcId="{3C536F70-A048-416D-8C14-97F630A68E5C}" destId="{9CB68C54-F9B8-4B8E-8386-5BE49E33D3DA}" srcOrd="3" destOrd="0" parTransId="{F937C3B8-7979-4E65-A4B5-3AED704967C4}" sibTransId="{50C4F8BE-9B69-4588-BCCB-B355E0F3F603}"/>
    <dgm:cxn modelId="{1A591428-D206-4AEC-8C7E-45FFDD3962D3}" type="presOf" srcId="{54ECDCC8-89BB-4E71-9D47-CF1EDE8862E6}" destId="{05D73620-4442-4882-9C5B-94A58CC49D84}" srcOrd="0" destOrd="0" presId="urn:microsoft.com/office/officeart/2018/2/layout/IconVerticalSolidList"/>
    <dgm:cxn modelId="{9F46FB34-F69A-4299-B5B6-9C1373542E02}" srcId="{3C536F70-A048-416D-8C14-97F630A68E5C}" destId="{54ECDCC8-89BB-4E71-9D47-CF1EDE8862E6}" srcOrd="1" destOrd="0" parTransId="{B292F8EB-0615-442C-90C7-5CF9AFC8C182}" sibTransId="{7C22C678-B852-416F-85B7-A81E5862E62A}"/>
    <dgm:cxn modelId="{C075AF37-CE17-4DA7-82CD-D69913F38195}" srcId="{3C536F70-A048-416D-8C14-97F630A68E5C}" destId="{125B525C-5FFC-44E9-8003-5AD7B62E1607}" srcOrd="2" destOrd="0" parTransId="{7F33000D-71BE-456C-9D1F-40A61E9F0915}" sibTransId="{C799060E-5191-4F14-8251-FB4B80FCA792}"/>
    <dgm:cxn modelId="{BF37035E-1A69-4866-B20B-B5F5EA0C89FB}" type="presOf" srcId="{E303F52B-322C-4BC5-A545-FEAE4538AEA6}" destId="{169FBED2-1EF8-4AAA-B776-014B5ABBC32E}" srcOrd="0" destOrd="0" presId="urn:microsoft.com/office/officeart/2018/2/layout/IconVerticalSolidList"/>
    <dgm:cxn modelId="{C5F7C170-122A-478F-9D3B-92662B405DC2}" type="presOf" srcId="{2FC27D93-1550-47F2-B126-415C33A003C6}" destId="{978BB18A-CA52-4898-BE5B-BEA3BF8CC31E}" srcOrd="0" destOrd="0" presId="urn:microsoft.com/office/officeart/2018/2/layout/IconVerticalSolidList"/>
    <dgm:cxn modelId="{45443176-DF44-4F70-8559-EE9D09B8C1AA}" type="presOf" srcId="{713ED67B-79C1-4792-B02F-90A5E2BA8F9B}" destId="{0AFBCDBF-B18D-4ABA-9E25-A5712C8C52B9}" srcOrd="0" destOrd="0" presId="urn:microsoft.com/office/officeart/2018/2/layout/IconVerticalSolidList"/>
    <dgm:cxn modelId="{730B7082-5E8F-4A33-B75E-5791B845AE3A}" type="presOf" srcId="{9CB68C54-F9B8-4B8E-8386-5BE49E33D3DA}" destId="{21BADDB7-7B14-46F8-8D32-A99B571353B1}" srcOrd="0" destOrd="0" presId="urn:microsoft.com/office/officeart/2018/2/layout/IconVerticalSolidList"/>
    <dgm:cxn modelId="{AC06619E-5537-42B8-80A2-26EFF3425C18}" srcId="{3C536F70-A048-416D-8C14-97F630A68E5C}" destId="{2FC27D93-1550-47F2-B126-415C33A003C6}" srcOrd="0" destOrd="0" parTransId="{9DC689CA-E971-45BD-8E67-1E0EEF8B7B51}" sibTransId="{9E90B0DF-3808-4BE5-A71B-32F34A4451BB}"/>
    <dgm:cxn modelId="{B591FBB3-B2A6-4800-B639-A9D7215A3F52}" type="presOf" srcId="{125B525C-5FFC-44E9-8003-5AD7B62E1607}" destId="{1C174986-9130-4EFE-A141-12A6AA4D4728}" srcOrd="0" destOrd="0" presId="urn:microsoft.com/office/officeart/2018/2/layout/IconVerticalSolidList"/>
    <dgm:cxn modelId="{F89B5FBB-792F-4C92-A124-F09F4971A8CB}" srcId="{3C536F70-A048-416D-8C14-97F630A68E5C}" destId="{E303F52B-322C-4BC5-A545-FEAE4538AEA6}" srcOrd="4" destOrd="0" parTransId="{A3A0179B-60E7-49A8-BBAB-4366E335C192}" sibTransId="{A496D819-EAE2-4468-827A-33603A773720}"/>
    <dgm:cxn modelId="{D3F2E7F2-9BAE-4CEB-B095-6DE63DE445C5}" type="presOf" srcId="{3C536F70-A048-416D-8C14-97F630A68E5C}" destId="{A60EF8CD-86FE-46BC-B4E1-6F8FDE89346C}" srcOrd="0" destOrd="0" presId="urn:microsoft.com/office/officeart/2018/2/layout/IconVerticalSolidList"/>
    <dgm:cxn modelId="{CDDE1BD4-C749-4325-BC9B-287D30B354F4}" type="presParOf" srcId="{A60EF8CD-86FE-46BC-B4E1-6F8FDE89346C}" destId="{C7CF125B-0C1F-465B-B9E0-720ECFE1328E}" srcOrd="0" destOrd="0" presId="urn:microsoft.com/office/officeart/2018/2/layout/IconVerticalSolidList"/>
    <dgm:cxn modelId="{CC8E1363-A640-4865-B664-7640401C4A0E}" type="presParOf" srcId="{C7CF125B-0C1F-465B-B9E0-720ECFE1328E}" destId="{C32EEE18-E6F8-43B8-B611-1C6A1ED1FA9B}" srcOrd="0" destOrd="0" presId="urn:microsoft.com/office/officeart/2018/2/layout/IconVerticalSolidList"/>
    <dgm:cxn modelId="{B0EB2A89-4239-4208-926F-8A7B8C778CA5}" type="presParOf" srcId="{C7CF125B-0C1F-465B-B9E0-720ECFE1328E}" destId="{2686B7BB-1CFE-47D7-BC2A-64FC2B89E7F3}" srcOrd="1" destOrd="0" presId="urn:microsoft.com/office/officeart/2018/2/layout/IconVerticalSolidList"/>
    <dgm:cxn modelId="{7BAFAFDE-4CF3-4E30-A286-B1FB9D17ACE7}" type="presParOf" srcId="{C7CF125B-0C1F-465B-B9E0-720ECFE1328E}" destId="{0B324E87-208F-4908-8EFA-18A598872042}" srcOrd="2" destOrd="0" presId="urn:microsoft.com/office/officeart/2018/2/layout/IconVerticalSolidList"/>
    <dgm:cxn modelId="{A3F65A51-714D-4182-9A61-F7185263004B}" type="presParOf" srcId="{C7CF125B-0C1F-465B-B9E0-720ECFE1328E}" destId="{978BB18A-CA52-4898-BE5B-BEA3BF8CC31E}" srcOrd="3" destOrd="0" presId="urn:microsoft.com/office/officeart/2018/2/layout/IconVerticalSolidList"/>
    <dgm:cxn modelId="{E1287C7F-E340-464C-A039-5E0BAB9948F7}" type="presParOf" srcId="{A60EF8CD-86FE-46BC-B4E1-6F8FDE89346C}" destId="{3607C331-C232-4978-81C4-879417D3CB68}" srcOrd="1" destOrd="0" presId="urn:microsoft.com/office/officeart/2018/2/layout/IconVerticalSolidList"/>
    <dgm:cxn modelId="{84D0AE28-670C-442A-9B7B-2631A7678960}" type="presParOf" srcId="{A60EF8CD-86FE-46BC-B4E1-6F8FDE89346C}" destId="{7A52673E-6373-4671-A34D-486ABFDD1100}" srcOrd="2" destOrd="0" presId="urn:microsoft.com/office/officeart/2018/2/layout/IconVerticalSolidList"/>
    <dgm:cxn modelId="{BE6E579A-E415-4943-9C01-05DBC8E04ED3}" type="presParOf" srcId="{7A52673E-6373-4671-A34D-486ABFDD1100}" destId="{A927128A-68B2-4C6F-86E6-D06348E95AFC}" srcOrd="0" destOrd="0" presId="urn:microsoft.com/office/officeart/2018/2/layout/IconVerticalSolidList"/>
    <dgm:cxn modelId="{8B9D371D-659C-4EC9-B198-1D6657179583}" type="presParOf" srcId="{7A52673E-6373-4671-A34D-486ABFDD1100}" destId="{D2787441-EE26-4E63-B288-D2EA85E5AB72}" srcOrd="1" destOrd="0" presId="urn:microsoft.com/office/officeart/2018/2/layout/IconVerticalSolidList"/>
    <dgm:cxn modelId="{C9722C32-33EA-4D44-AD2B-5B892E9EB287}" type="presParOf" srcId="{7A52673E-6373-4671-A34D-486ABFDD1100}" destId="{880D1363-5E9C-4B81-A3D7-7CFDB49AAF35}" srcOrd="2" destOrd="0" presId="urn:microsoft.com/office/officeart/2018/2/layout/IconVerticalSolidList"/>
    <dgm:cxn modelId="{8E434106-960A-4FDD-BB2A-E64CD6E0D7A2}" type="presParOf" srcId="{7A52673E-6373-4671-A34D-486ABFDD1100}" destId="{05D73620-4442-4882-9C5B-94A58CC49D84}" srcOrd="3" destOrd="0" presId="urn:microsoft.com/office/officeart/2018/2/layout/IconVerticalSolidList"/>
    <dgm:cxn modelId="{0CE09562-DF1B-405B-B2C2-BCBBEA5875EF}" type="presParOf" srcId="{A60EF8CD-86FE-46BC-B4E1-6F8FDE89346C}" destId="{D87C926C-1801-482D-83D3-8E7931E6415B}" srcOrd="3" destOrd="0" presId="urn:microsoft.com/office/officeart/2018/2/layout/IconVerticalSolidList"/>
    <dgm:cxn modelId="{397A7E45-72E3-4CFB-BE14-76A6983AFF57}" type="presParOf" srcId="{A60EF8CD-86FE-46BC-B4E1-6F8FDE89346C}" destId="{F89EFE58-C302-4F32-ABA6-3DC69FD23398}" srcOrd="4" destOrd="0" presId="urn:microsoft.com/office/officeart/2018/2/layout/IconVerticalSolidList"/>
    <dgm:cxn modelId="{8327E01E-473C-4CF6-A67E-14C094499B18}" type="presParOf" srcId="{F89EFE58-C302-4F32-ABA6-3DC69FD23398}" destId="{9525CC8E-5A1D-4DF4-86C0-FE328EC55C90}" srcOrd="0" destOrd="0" presId="urn:microsoft.com/office/officeart/2018/2/layout/IconVerticalSolidList"/>
    <dgm:cxn modelId="{ADF9FAAA-E743-4D36-8315-557961A2BB00}" type="presParOf" srcId="{F89EFE58-C302-4F32-ABA6-3DC69FD23398}" destId="{5218A8B4-0262-44E6-9DFD-5BD7951E79B6}" srcOrd="1" destOrd="0" presId="urn:microsoft.com/office/officeart/2018/2/layout/IconVerticalSolidList"/>
    <dgm:cxn modelId="{9FDEDB72-3564-420F-BC23-7B751D3FF62E}" type="presParOf" srcId="{F89EFE58-C302-4F32-ABA6-3DC69FD23398}" destId="{DB17C692-2F4F-4FCE-BA9A-FE319ED31F57}" srcOrd="2" destOrd="0" presId="urn:microsoft.com/office/officeart/2018/2/layout/IconVerticalSolidList"/>
    <dgm:cxn modelId="{D5798EE5-2BFB-42C9-B846-73C58A72023D}" type="presParOf" srcId="{F89EFE58-C302-4F32-ABA6-3DC69FD23398}" destId="{1C174986-9130-4EFE-A141-12A6AA4D4728}" srcOrd="3" destOrd="0" presId="urn:microsoft.com/office/officeart/2018/2/layout/IconVerticalSolidList"/>
    <dgm:cxn modelId="{66479398-49F1-4195-B76E-A2846E919DD3}" type="presParOf" srcId="{A60EF8CD-86FE-46BC-B4E1-6F8FDE89346C}" destId="{AE827B93-EC3A-407A-B4EA-607AC7FEDE74}" srcOrd="5" destOrd="0" presId="urn:microsoft.com/office/officeart/2018/2/layout/IconVerticalSolidList"/>
    <dgm:cxn modelId="{093CB0CD-B177-44D8-BA1B-40E8A584AB1B}" type="presParOf" srcId="{A60EF8CD-86FE-46BC-B4E1-6F8FDE89346C}" destId="{650EBE26-8EA0-4DF6-A61C-018063B9335B}" srcOrd="6" destOrd="0" presId="urn:microsoft.com/office/officeart/2018/2/layout/IconVerticalSolidList"/>
    <dgm:cxn modelId="{765ED1F3-72A9-4E00-AA70-6CC708813775}" type="presParOf" srcId="{650EBE26-8EA0-4DF6-A61C-018063B9335B}" destId="{34D0FBA1-59E1-48D3-9653-497497236750}" srcOrd="0" destOrd="0" presId="urn:microsoft.com/office/officeart/2018/2/layout/IconVerticalSolidList"/>
    <dgm:cxn modelId="{AB322187-F26E-4E23-8642-414A46794391}" type="presParOf" srcId="{650EBE26-8EA0-4DF6-A61C-018063B9335B}" destId="{0FBD1290-94D8-4C8D-A5B7-DBB231A320CC}" srcOrd="1" destOrd="0" presId="urn:microsoft.com/office/officeart/2018/2/layout/IconVerticalSolidList"/>
    <dgm:cxn modelId="{001FFD85-4738-489A-BE36-5EBFC6C3D2B7}" type="presParOf" srcId="{650EBE26-8EA0-4DF6-A61C-018063B9335B}" destId="{A0C7EE85-2CC3-4ED3-ADF5-F3E800934A99}" srcOrd="2" destOrd="0" presId="urn:microsoft.com/office/officeart/2018/2/layout/IconVerticalSolidList"/>
    <dgm:cxn modelId="{A3D4C0D6-3BA3-421A-BF09-D05DC37D46BF}" type="presParOf" srcId="{650EBE26-8EA0-4DF6-A61C-018063B9335B}" destId="{21BADDB7-7B14-46F8-8D32-A99B571353B1}" srcOrd="3" destOrd="0" presId="urn:microsoft.com/office/officeart/2018/2/layout/IconVerticalSolidList"/>
    <dgm:cxn modelId="{A700321B-33F2-412E-8846-EBD2594725CD}" type="presParOf" srcId="{A60EF8CD-86FE-46BC-B4E1-6F8FDE89346C}" destId="{3344B51E-95AE-4E87-B616-E150ABDA04F0}" srcOrd="7" destOrd="0" presId="urn:microsoft.com/office/officeart/2018/2/layout/IconVerticalSolidList"/>
    <dgm:cxn modelId="{321F23C0-AB43-4142-942F-EC20525945C4}" type="presParOf" srcId="{A60EF8CD-86FE-46BC-B4E1-6F8FDE89346C}" destId="{1DB463F7-303D-4938-9848-73AD6E2FA915}" srcOrd="8" destOrd="0" presId="urn:microsoft.com/office/officeart/2018/2/layout/IconVerticalSolidList"/>
    <dgm:cxn modelId="{0840F469-476F-4535-BFC7-62BDBB9ACE44}" type="presParOf" srcId="{1DB463F7-303D-4938-9848-73AD6E2FA915}" destId="{CCEAF40A-8405-4712-B8F4-F37656BDB9BC}" srcOrd="0" destOrd="0" presId="urn:microsoft.com/office/officeart/2018/2/layout/IconVerticalSolidList"/>
    <dgm:cxn modelId="{42CA3F75-C6E9-4079-A671-684A342F9BB1}" type="presParOf" srcId="{1DB463F7-303D-4938-9848-73AD6E2FA915}" destId="{719BB452-8F6E-4E40-B558-3940ED33237A}" srcOrd="1" destOrd="0" presId="urn:microsoft.com/office/officeart/2018/2/layout/IconVerticalSolidList"/>
    <dgm:cxn modelId="{98CE064A-0472-4AD8-AAA0-8885B412F6F5}" type="presParOf" srcId="{1DB463F7-303D-4938-9848-73AD6E2FA915}" destId="{4B036589-973E-44F0-914E-4BA7F3D9DC7E}" srcOrd="2" destOrd="0" presId="urn:microsoft.com/office/officeart/2018/2/layout/IconVerticalSolidList"/>
    <dgm:cxn modelId="{2D884229-0616-44A2-9A1D-F9791623B4A3}" type="presParOf" srcId="{1DB463F7-303D-4938-9848-73AD6E2FA915}" destId="{169FBED2-1EF8-4AAA-B776-014B5ABBC32E}" srcOrd="3" destOrd="0" presId="urn:microsoft.com/office/officeart/2018/2/layout/IconVerticalSolidList"/>
    <dgm:cxn modelId="{FD00BDAB-7A4E-4B5A-8BB1-C0E43DB65E7A}" type="presParOf" srcId="{A60EF8CD-86FE-46BC-B4E1-6F8FDE89346C}" destId="{E29E40D0-64D4-4A4D-BED8-9587CF4029DB}" srcOrd="9" destOrd="0" presId="urn:microsoft.com/office/officeart/2018/2/layout/IconVerticalSolidList"/>
    <dgm:cxn modelId="{5D795FBC-90FF-44E4-932E-4C2BAF6DD87D}" type="presParOf" srcId="{A60EF8CD-86FE-46BC-B4E1-6F8FDE89346C}" destId="{62D66932-EB09-48CC-B882-3246BFDB2B17}" srcOrd="10" destOrd="0" presId="urn:microsoft.com/office/officeart/2018/2/layout/IconVerticalSolidList"/>
    <dgm:cxn modelId="{58C5929B-F2B3-44D2-9E6C-D714DF2D56F1}" type="presParOf" srcId="{62D66932-EB09-48CC-B882-3246BFDB2B17}" destId="{2F943703-31DD-4F22-AEA7-16AB5683842F}" srcOrd="0" destOrd="0" presId="urn:microsoft.com/office/officeart/2018/2/layout/IconVerticalSolidList"/>
    <dgm:cxn modelId="{5A61539A-B7D4-4A15-8DC0-97C5AFAF397B}" type="presParOf" srcId="{62D66932-EB09-48CC-B882-3246BFDB2B17}" destId="{86E79C4C-15D3-497F-9D25-11F3F38AA5E1}" srcOrd="1" destOrd="0" presId="urn:microsoft.com/office/officeart/2018/2/layout/IconVerticalSolidList"/>
    <dgm:cxn modelId="{19C00DF0-D8BA-4193-8D63-9AE5EBBBFB6A}" type="presParOf" srcId="{62D66932-EB09-48CC-B882-3246BFDB2B17}" destId="{7D549A59-74BE-4AEB-8316-7F36D9F414B0}" srcOrd="2" destOrd="0" presId="urn:microsoft.com/office/officeart/2018/2/layout/IconVerticalSolidList"/>
    <dgm:cxn modelId="{AA02CDB7-482E-456E-94D1-2BEB236B9BB4}" type="presParOf" srcId="{62D66932-EB09-48CC-B882-3246BFDB2B17}" destId="{0AFBCDBF-B18D-4ABA-9E25-A5712C8C52B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301156-7AB5-433F-82C8-D76F64F6D62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C9667F-A82C-439C-B448-C0949F5EC3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1"/>
            <a:t>Demo content</a:t>
          </a:r>
          <a:r>
            <a:rPr lang="en-US" i="1"/>
            <a:t>:</a:t>
          </a:r>
          <a:endParaRPr lang="en-US"/>
        </a:p>
      </dgm:t>
    </dgm:pt>
    <dgm:pt modelId="{1AC9E6D4-1345-45D8-9D93-1C2CDBA1CBE3}" type="parTrans" cxnId="{04F3C788-70A2-4222-AF15-E5C550B4D84F}">
      <dgm:prSet/>
      <dgm:spPr/>
      <dgm:t>
        <a:bodyPr/>
        <a:lstStyle/>
        <a:p>
          <a:endParaRPr lang="en-US"/>
        </a:p>
      </dgm:t>
    </dgm:pt>
    <dgm:pt modelId="{B4EEE45B-8B05-4DF9-953B-5A410E7D0FC5}" type="sibTrans" cxnId="{04F3C788-70A2-4222-AF15-E5C550B4D84F}">
      <dgm:prSet/>
      <dgm:spPr/>
      <dgm:t>
        <a:bodyPr/>
        <a:lstStyle/>
        <a:p>
          <a:endParaRPr lang="en-US"/>
        </a:p>
      </dgm:t>
    </dgm:pt>
    <dgm:pt modelId="{65DB1C3D-CE6D-427D-B05E-20ABF507DD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ifconfig output on all three VMs confirming IP assignments</a:t>
          </a:r>
        </a:p>
      </dgm:t>
    </dgm:pt>
    <dgm:pt modelId="{9FB3B681-38D7-4C1D-A37B-4B06CEF8E8AC}" type="parTrans" cxnId="{B5A56498-99F4-4718-B525-22D507A34A6D}">
      <dgm:prSet/>
      <dgm:spPr/>
      <dgm:t>
        <a:bodyPr/>
        <a:lstStyle/>
        <a:p>
          <a:endParaRPr lang="en-US"/>
        </a:p>
      </dgm:t>
    </dgm:pt>
    <dgm:pt modelId="{06E9B8B6-7A5A-4B9C-87BB-25182FBD35FB}" type="sibTrans" cxnId="{B5A56498-99F4-4718-B525-22D507A34A6D}">
      <dgm:prSet/>
      <dgm:spPr/>
      <dgm:t>
        <a:bodyPr/>
        <a:lstStyle/>
        <a:p>
          <a:endParaRPr lang="en-US"/>
        </a:p>
      </dgm:t>
    </dgm:pt>
    <dgm:pt modelId="{F907AECE-75CF-4A45-B1E9-F84D343007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last reboot; date confirming fresh boot state</a:t>
          </a:r>
        </a:p>
      </dgm:t>
    </dgm:pt>
    <dgm:pt modelId="{C9057E11-D5F8-4BBF-B26A-781D72902726}" type="parTrans" cxnId="{82932DB5-9AB2-4511-A0E2-2EA35E18C733}">
      <dgm:prSet/>
      <dgm:spPr/>
      <dgm:t>
        <a:bodyPr/>
        <a:lstStyle/>
        <a:p>
          <a:endParaRPr lang="en-US"/>
        </a:p>
      </dgm:t>
    </dgm:pt>
    <dgm:pt modelId="{CE98A952-F781-4E18-9D79-FB785B0E84F9}" type="sibTrans" cxnId="{82932DB5-9AB2-4511-A0E2-2EA35E18C733}">
      <dgm:prSet/>
      <dgm:spPr/>
      <dgm:t>
        <a:bodyPr/>
        <a:lstStyle/>
        <a:p>
          <a:endParaRPr lang="en-US"/>
        </a:p>
      </dgm:t>
    </dgm:pt>
    <dgm:pt modelId="{A293C849-4BC9-4FD2-9273-F77EDA4C67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routing tables on all three VMs (route -n or ip route)</a:t>
          </a:r>
        </a:p>
      </dgm:t>
    </dgm:pt>
    <dgm:pt modelId="{8EFAE9E9-4CE7-4B19-BF8B-F7E42C13386C}" type="parTrans" cxnId="{EDE71882-6112-454B-B0A5-81D9D7F54C27}">
      <dgm:prSet/>
      <dgm:spPr/>
      <dgm:t>
        <a:bodyPr/>
        <a:lstStyle/>
        <a:p>
          <a:endParaRPr lang="en-US"/>
        </a:p>
      </dgm:t>
    </dgm:pt>
    <dgm:pt modelId="{B496B9C1-6D1E-4040-8FA2-148C41673189}" type="sibTrans" cxnId="{EDE71882-6112-454B-B0A5-81D9D7F54C27}">
      <dgm:prSet/>
      <dgm:spPr/>
      <dgm:t>
        <a:bodyPr/>
        <a:lstStyle/>
        <a:p>
          <a:endParaRPr lang="en-US"/>
        </a:p>
      </dgm:t>
    </dgm:pt>
    <dgm:pt modelId="{1F692DB7-872D-494C-A9A4-6CC65E3318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1"/>
            <a:t>Task questions / answers</a:t>
          </a:r>
          <a:r>
            <a:rPr lang="en-US" i="1"/>
            <a:t>:</a:t>
          </a:r>
          <a:endParaRPr lang="en-US"/>
        </a:p>
      </dgm:t>
    </dgm:pt>
    <dgm:pt modelId="{2931D77D-4FB3-4DA0-84DE-1C9C17C91C47}" type="parTrans" cxnId="{9B063EFF-F0E4-495B-937E-59ABB9D1D9ED}">
      <dgm:prSet/>
      <dgm:spPr/>
      <dgm:t>
        <a:bodyPr/>
        <a:lstStyle/>
        <a:p>
          <a:endParaRPr lang="en-US"/>
        </a:p>
      </dgm:t>
    </dgm:pt>
    <dgm:pt modelId="{F85055D1-3BC7-438C-94F0-6148631F6692}" type="sibTrans" cxnId="{9B063EFF-F0E4-495B-937E-59ABB9D1D9ED}">
      <dgm:prSet/>
      <dgm:spPr/>
      <dgm:t>
        <a:bodyPr/>
        <a:lstStyle/>
        <a:p>
          <a:endParaRPr lang="en-US"/>
        </a:p>
      </dgm:t>
    </dgm:pt>
    <dgm:pt modelId="{642F9EA7-ABFB-45D5-97D6-1B26673F27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Q: Why does Host V need static IP configuration?</a:t>
          </a:r>
          <a:r>
            <a:rPr lang="en-US" dirty="0"/>
            <a:t> A: VirtualBox provides no DHCP on Internal Network mode, static assignment is required</a:t>
          </a:r>
        </a:p>
      </dgm:t>
    </dgm:pt>
    <dgm:pt modelId="{48CF81FC-5983-4197-BBBF-892636B2BF13}" type="parTrans" cxnId="{E5C2FC53-CAAB-4E4D-A617-387AC0BF492D}">
      <dgm:prSet/>
      <dgm:spPr/>
      <dgm:t>
        <a:bodyPr/>
        <a:lstStyle/>
        <a:p>
          <a:endParaRPr lang="en-US"/>
        </a:p>
      </dgm:t>
    </dgm:pt>
    <dgm:pt modelId="{33DB9B22-F03B-47B4-BC0C-B4D17F53042A}" type="sibTrans" cxnId="{E5C2FC53-CAAB-4E4D-A617-387AC0BF492D}">
      <dgm:prSet/>
      <dgm:spPr/>
      <dgm:t>
        <a:bodyPr/>
        <a:lstStyle/>
        <a:p>
          <a:endParaRPr lang="en-US"/>
        </a:p>
      </dgm:t>
    </dgm:pt>
    <dgm:pt modelId="{16645C7B-4670-48A2-B770-F883505178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Q: Why can't Host U reach Host V directly?</a:t>
          </a:r>
          <a:r>
            <a:rPr lang="en-US"/>
            <a:t> A: Host V only has an Internal Network adapter; it has no route reachable from the NAT Network</a:t>
          </a:r>
        </a:p>
      </dgm:t>
    </dgm:pt>
    <dgm:pt modelId="{687A650D-3B65-41D2-9078-B58ADBC2BCD4}" type="parTrans" cxnId="{412CCDA6-E563-4C8D-831D-DC8D2A8488AA}">
      <dgm:prSet/>
      <dgm:spPr/>
      <dgm:t>
        <a:bodyPr/>
        <a:lstStyle/>
        <a:p>
          <a:endParaRPr lang="en-US"/>
        </a:p>
      </dgm:t>
    </dgm:pt>
    <dgm:pt modelId="{9128826D-0E74-468F-B5ED-6C5EF60265A9}" type="sibTrans" cxnId="{412CCDA6-E563-4C8D-831D-DC8D2A8488AA}">
      <dgm:prSet/>
      <dgm:spPr/>
      <dgm:t>
        <a:bodyPr/>
        <a:lstStyle/>
        <a:p>
          <a:endParaRPr lang="en-US"/>
        </a:p>
      </dgm:t>
    </dgm:pt>
    <dgm:pt modelId="{294CE1FD-DD1C-4300-A9B6-588AC26F9C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1" dirty="0"/>
            <a:t>Main takeaway</a:t>
          </a:r>
          <a:r>
            <a:rPr lang="en-US" i="1" dirty="0"/>
            <a:t>:</a:t>
          </a:r>
          <a:r>
            <a:rPr lang="en-US" dirty="0"/>
            <a:t> Network topology and correct IP/routing configuration are the prerequisite for everything that follows, misconfiguration here cascades into every subsequent task</a:t>
          </a:r>
        </a:p>
      </dgm:t>
    </dgm:pt>
    <dgm:pt modelId="{0489DE21-2657-4A40-B222-06A1ED94BE30}" type="parTrans" cxnId="{67DE63EA-3892-458B-A3D3-FEBE27F8CC54}">
      <dgm:prSet/>
      <dgm:spPr/>
      <dgm:t>
        <a:bodyPr/>
        <a:lstStyle/>
        <a:p>
          <a:endParaRPr lang="en-US"/>
        </a:p>
      </dgm:t>
    </dgm:pt>
    <dgm:pt modelId="{F032E02D-5D12-4D8D-A604-DB750814E16C}" type="sibTrans" cxnId="{67DE63EA-3892-458B-A3D3-FEBE27F8CC54}">
      <dgm:prSet/>
      <dgm:spPr/>
      <dgm:t>
        <a:bodyPr/>
        <a:lstStyle/>
        <a:p>
          <a:endParaRPr lang="en-US"/>
        </a:p>
      </dgm:t>
    </dgm:pt>
    <dgm:pt modelId="{F1707926-CD86-4ADF-8B2D-0EA9A3B0D15D}" type="pres">
      <dgm:prSet presAssocID="{F8301156-7AB5-433F-82C8-D76F64F6D62F}" presName="root" presStyleCnt="0">
        <dgm:presLayoutVars>
          <dgm:dir/>
          <dgm:resizeHandles val="exact"/>
        </dgm:presLayoutVars>
      </dgm:prSet>
      <dgm:spPr/>
    </dgm:pt>
    <dgm:pt modelId="{BC0FE138-823B-4BD7-A56F-44520D6C5508}" type="pres">
      <dgm:prSet presAssocID="{D3C9667F-A82C-439C-B448-C0949F5EC3D6}" presName="compNode" presStyleCnt="0"/>
      <dgm:spPr/>
    </dgm:pt>
    <dgm:pt modelId="{1C63757E-73D4-42F9-B2A9-2D648BDC431C}" type="pres">
      <dgm:prSet presAssocID="{D3C9667F-A82C-439C-B448-C0949F5EC3D6}" presName="bgRect" presStyleLbl="bgShp" presStyleIdx="0" presStyleCnt="3"/>
      <dgm:spPr/>
    </dgm:pt>
    <dgm:pt modelId="{A8DAECD6-3812-4AA4-8ACA-29AD8376B42B}" type="pres">
      <dgm:prSet presAssocID="{D3C9667F-A82C-439C-B448-C0949F5EC3D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DB3F235-DAFE-402E-842A-F434B18C8E36}" type="pres">
      <dgm:prSet presAssocID="{D3C9667F-A82C-439C-B448-C0949F5EC3D6}" presName="spaceRect" presStyleCnt="0"/>
      <dgm:spPr/>
    </dgm:pt>
    <dgm:pt modelId="{B720DB2B-6F6A-4158-BEAA-E11DF51C9316}" type="pres">
      <dgm:prSet presAssocID="{D3C9667F-A82C-439C-B448-C0949F5EC3D6}" presName="parTx" presStyleLbl="revTx" presStyleIdx="0" presStyleCnt="5">
        <dgm:presLayoutVars>
          <dgm:chMax val="0"/>
          <dgm:chPref val="0"/>
        </dgm:presLayoutVars>
      </dgm:prSet>
      <dgm:spPr/>
    </dgm:pt>
    <dgm:pt modelId="{394C66F4-BCF0-4DA8-92AB-6ACA4B651087}" type="pres">
      <dgm:prSet presAssocID="{D3C9667F-A82C-439C-B448-C0949F5EC3D6}" presName="desTx" presStyleLbl="revTx" presStyleIdx="1" presStyleCnt="5">
        <dgm:presLayoutVars/>
      </dgm:prSet>
      <dgm:spPr/>
    </dgm:pt>
    <dgm:pt modelId="{3779A40D-6CF9-4786-A679-E6763A49D510}" type="pres">
      <dgm:prSet presAssocID="{B4EEE45B-8B05-4DF9-953B-5A410E7D0FC5}" presName="sibTrans" presStyleCnt="0"/>
      <dgm:spPr/>
    </dgm:pt>
    <dgm:pt modelId="{2FFE7A22-09E6-43D5-8E71-4DE12BA19FBD}" type="pres">
      <dgm:prSet presAssocID="{1F692DB7-872D-494C-A9A4-6CC65E3318A2}" presName="compNode" presStyleCnt="0"/>
      <dgm:spPr/>
    </dgm:pt>
    <dgm:pt modelId="{69C875D8-432D-48D1-902A-1E116B255FC2}" type="pres">
      <dgm:prSet presAssocID="{1F692DB7-872D-494C-A9A4-6CC65E3318A2}" presName="bgRect" presStyleLbl="bgShp" presStyleIdx="1" presStyleCnt="3"/>
      <dgm:spPr/>
    </dgm:pt>
    <dgm:pt modelId="{BD8BA274-5ECA-4762-A320-075BE93E716A}" type="pres">
      <dgm:prSet presAssocID="{1F692DB7-872D-494C-A9A4-6CC65E3318A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A5D81C7-44AD-452F-A54A-6C9E4EC5B615}" type="pres">
      <dgm:prSet presAssocID="{1F692DB7-872D-494C-A9A4-6CC65E3318A2}" presName="spaceRect" presStyleCnt="0"/>
      <dgm:spPr/>
    </dgm:pt>
    <dgm:pt modelId="{D9399893-799D-4A05-9785-03997F9B98AF}" type="pres">
      <dgm:prSet presAssocID="{1F692DB7-872D-494C-A9A4-6CC65E3318A2}" presName="parTx" presStyleLbl="revTx" presStyleIdx="2" presStyleCnt="5">
        <dgm:presLayoutVars>
          <dgm:chMax val="0"/>
          <dgm:chPref val="0"/>
        </dgm:presLayoutVars>
      </dgm:prSet>
      <dgm:spPr/>
    </dgm:pt>
    <dgm:pt modelId="{459FF158-6C5A-41BB-8483-7D4FF49BA612}" type="pres">
      <dgm:prSet presAssocID="{1F692DB7-872D-494C-A9A4-6CC65E3318A2}" presName="desTx" presStyleLbl="revTx" presStyleIdx="3" presStyleCnt="5">
        <dgm:presLayoutVars/>
      </dgm:prSet>
      <dgm:spPr/>
    </dgm:pt>
    <dgm:pt modelId="{6D87512B-FA32-4E9D-BF5F-F0A6CFF664ED}" type="pres">
      <dgm:prSet presAssocID="{F85055D1-3BC7-438C-94F0-6148631F6692}" presName="sibTrans" presStyleCnt="0"/>
      <dgm:spPr/>
    </dgm:pt>
    <dgm:pt modelId="{93368D9B-C061-4A34-95DE-BDE73BD9D7A9}" type="pres">
      <dgm:prSet presAssocID="{294CE1FD-DD1C-4300-A9B6-588AC26F9C76}" presName="compNode" presStyleCnt="0"/>
      <dgm:spPr/>
    </dgm:pt>
    <dgm:pt modelId="{C76D6686-F672-4D15-B1CD-2DBB1BEBB337}" type="pres">
      <dgm:prSet presAssocID="{294CE1FD-DD1C-4300-A9B6-588AC26F9C76}" presName="bgRect" presStyleLbl="bgShp" presStyleIdx="2" presStyleCnt="3"/>
      <dgm:spPr/>
    </dgm:pt>
    <dgm:pt modelId="{2694B61A-1E03-45BB-81B5-E79ADFF8B04C}" type="pres">
      <dgm:prSet presAssocID="{294CE1FD-DD1C-4300-A9B6-588AC26F9C7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9AEFB4AF-7531-400B-99AD-F682C7305DEA}" type="pres">
      <dgm:prSet presAssocID="{294CE1FD-DD1C-4300-A9B6-588AC26F9C76}" presName="spaceRect" presStyleCnt="0"/>
      <dgm:spPr/>
    </dgm:pt>
    <dgm:pt modelId="{C36C4372-039C-42B2-B1C9-7A68B89EEC15}" type="pres">
      <dgm:prSet presAssocID="{294CE1FD-DD1C-4300-A9B6-588AC26F9C7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E718137-DB8F-4B3A-B9E5-6EB71FD37644}" type="presOf" srcId="{D3C9667F-A82C-439C-B448-C0949F5EC3D6}" destId="{B720DB2B-6F6A-4158-BEAA-E11DF51C9316}" srcOrd="0" destOrd="0" presId="urn:microsoft.com/office/officeart/2018/2/layout/IconVerticalSolidList"/>
    <dgm:cxn modelId="{098FBD3A-2421-4DAE-A5A2-525D140FD69C}" type="presOf" srcId="{642F9EA7-ABFB-45D5-97D6-1B26673F27E9}" destId="{459FF158-6C5A-41BB-8483-7D4FF49BA612}" srcOrd="0" destOrd="0" presId="urn:microsoft.com/office/officeart/2018/2/layout/IconVerticalSolidList"/>
    <dgm:cxn modelId="{6285EC50-A9C9-47E6-A6AA-BF7BE67C5D72}" type="presOf" srcId="{A293C849-4BC9-4FD2-9273-F77EDA4C67D8}" destId="{394C66F4-BCF0-4DA8-92AB-6ACA4B651087}" srcOrd="0" destOrd="2" presId="urn:microsoft.com/office/officeart/2018/2/layout/IconVerticalSolidList"/>
    <dgm:cxn modelId="{E5C2FC53-CAAB-4E4D-A617-387AC0BF492D}" srcId="{1F692DB7-872D-494C-A9A4-6CC65E3318A2}" destId="{642F9EA7-ABFB-45D5-97D6-1B26673F27E9}" srcOrd="0" destOrd="0" parTransId="{48CF81FC-5983-4197-BBBF-892636B2BF13}" sibTransId="{33DB9B22-F03B-47B4-BC0C-B4D17F53042A}"/>
    <dgm:cxn modelId="{CB938D7A-F2A5-496A-BDEE-1ECAB9FCC238}" type="presOf" srcId="{16645C7B-4670-48A2-B770-F88350517883}" destId="{459FF158-6C5A-41BB-8483-7D4FF49BA612}" srcOrd="0" destOrd="1" presId="urn:microsoft.com/office/officeart/2018/2/layout/IconVerticalSolidList"/>
    <dgm:cxn modelId="{EDE71882-6112-454B-B0A5-81D9D7F54C27}" srcId="{D3C9667F-A82C-439C-B448-C0949F5EC3D6}" destId="{A293C849-4BC9-4FD2-9273-F77EDA4C67D8}" srcOrd="2" destOrd="0" parTransId="{8EFAE9E9-4CE7-4B19-BF8B-F7E42C13386C}" sibTransId="{B496B9C1-6D1E-4040-8FA2-148C41673189}"/>
    <dgm:cxn modelId="{04F3C788-70A2-4222-AF15-E5C550B4D84F}" srcId="{F8301156-7AB5-433F-82C8-D76F64F6D62F}" destId="{D3C9667F-A82C-439C-B448-C0949F5EC3D6}" srcOrd="0" destOrd="0" parTransId="{1AC9E6D4-1345-45D8-9D93-1C2CDBA1CBE3}" sibTransId="{B4EEE45B-8B05-4DF9-953B-5A410E7D0FC5}"/>
    <dgm:cxn modelId="{B5A56498-99F4-4718-B525-22D507A34A6D}" srcId="{D3C9667F-A82C-439C-B448-C0949F5EC3D6}" destId="{65DB1C3D-CE6D-427D-B05E-20ABF507DD84}" srcOrd="0" destOrd="0" parTransId="{9FB3B681-38D7-4C1D-A37B-4B06CEF8E8AC}" sibTransId="{06E9B8B6-7A5A-4B9C-87BB-25182FBD35FB}"/>
    <dgm:cxn modelId="{412CCDA6-E563-4C8D-831D-DC8D2A8488AA}" srcId="{1F692DB7-872D-494C-A9A4-6CC65E3318A2}" destId="{16645C7B-4670-48A2-B770-F88350517883}" srcOrd="1" destOrd="0" parTransId="{687A650D-3B65-41D2-9078-B58ADBC2BCD4}" sibTransId="{9128826D-0E74-468F-B5ED-6C5EF60265A9}"/>
    <dgm:cxn modelId="{9DAC7EB4-AF75-45D2-9283-686C63F22F1B}" type="presOf" srcId="{F8301156-7AB5-433F-82C8-D76F64F6D62F}" destId="{F1707926-CD86-4ADF-8B2D-0EA9A3B0D15D}" srcOrd="0" destOrd="0" presId="urn:microsoft.com/office/officeart/2018/2/layout/IconVerticalSolidList"/>
    <dgm:cxn modelId="{82932DB5-9AB2-4511-A0E2-2EA35E18C733}" srcId="{D3C9667F-A82C-439C-B448-C0949F5EC3D6}" destId="{F907AECE-75CF-4A45-B1E9-F84D34300765}" srcOrd="1" destOrd="0" parTransId="{C9057E11-D5F8-4BBF-B26A-781D72902726}" sibTransId="{CE98A952-F781-4E18-9D79-FB785B0E84F9}"/>
    <dgm:cxn modelId="{213013D0-CF37-415E-8FF1-C607FA190D2D}" type="presOf" srcId="{294CE1FD-DD1C-4300-A9B6-588AC26F9C76}" destId="{C36C4372-039C-42B2-B1C9-7A68B89EEC15}" srcOrd="0" destOrd="0" presId="urn:microsoft.com/office/officeart/2018/2/layout/IconVerticalSolidList"/>
    <dgm:cxn modelId="{67DE63EA-3892-458B-A3D3-FEBE27F8CC54}" srcId="{F8301156-7AB5-433F-82C8-D76F64F6D62F}" destId="{294CE1FD-DD1C-4300-A9B6-588AC26F9C76}" srcOrd="2" destOrd="0" parTransId="{0489DE21-2657-4A40-B222-06A1ED94BE30}" sibTransId="{F032E02D-5D12-4D8D-A604-DB750814E16C}"/>
    <dgm:cxn modelId="{55EF2BEC-F118-42B8-86F0-DFD3C33F1D72}" type="presOf" srcId="{F907AECE-75CF-4A45-B1E9-F84D34300765}" destId="{394C66F4-BCF0-4DA8-92AB-6ACA4B651087}" srcOrd="0" destOrd="1" presId="urn:microsoft.com/office/officeart/2018/2/layout/IconVerticalSolidList"/>
    <dgm:cxn modelId="{0742F1EF-B46F-48C3-BDE0-A629FC2D925E}" type="presOf" srcId="{1F692DB7-872D-494C-A9A4-6CC65E3318A2}" destId="{D9399893-799D-4A05-9785-03997F9B98AF}" srcOrd="0" destOrd="0" presId="urn:microsoft.com/office/officeart/2018/2/layout/IconVerticalSolidList"/>
    <dgm:cxn modelId="{D2E497F9-78FA-4614-8964-A2FF07D4292C}" type="presOf" srcId="{65DB1C3D-CE6D-427D-B05E-20ABF507DD84}" destId="{394C66F4-BCF0-4DA8-92AB-6ACA4B651087}" srcOrd="0" destOrd="0" presId="urn:microsoft.com/office/officeart/2018/2/layout/IconVerticalSolidList"/>
    <dgm:cxn modelId="{9B063EFF-F0E4-495B-937E-59ABB9D1D9ED}" srcId="{F8301156-7AB5-433F-82C8-D76F64F6D62F}" destId="{1F692DB7-872D-494C-A9A4-6CC65E3318A2}" srcOrd="1" destOrd="0" parTransId="{2931D77D-4FB3-4DA0-84DE-1C9C17C91C47}" sibTransId="{F85055D1-3BC7-438C-94F0-6148631F6692}"/>
    <dgm:cxn modelId="{5505689F-FFDC-4176-B226-674963BE5151}" type="presParOf" srcId="{F1707926-CD86-4ADF-8B2D-0EA9A3B0D15D}" destId="{BC0FE138-823B-4BD7-A56F-44520D6C5508}" srcOrd="0" destOrd="0" presId="urn:microsoft.com/office/officeart/2018/2/layout/IconVerticalSolidList"/>
    <dgm:cxn modelId="{13DC04D0-7BE8-46A4-B3C3-4D521F5470D1}" type="presParOf" srcId="{BC0FE138-823B-4BD7-A56F-44520D6C5508}" destId="{1C63757E-73D4-42F9-B2A9-2D648BDC431C}" srcOrd="0" destOrd="0" presId="urn:microsoft.com/office/officeart/2018/2/layout/IconVerticalSolidList"/>
    <dgm:cxn modelId="{55C02C2A-EFB2-4DED-810A-BEFD36D52D6B}" type="presParOf" srcId="{BC0FE138-823B-4BD7-A56F-44520D6C5508}" destId="{A8DAECD6-3812-4AA4-8ACA-29AD8376B42B}" srcOrd="1" destOrd="0" presId="urn:microsoft.com/office/officeart/2018/2/layout/IconVerticalSolidList"/>
    <dgm:cxn modelId="{3F4D8540-53BF-4B56-8270-D5B6CDD7A6F8}" type="presParOf" srcId="{BC0FE138-823B-4BD7-A56F-44520D6C5508}" destId="{1DB3F235-DAFE-402E-842A-F434B18C8E36}" srcOrd="2" destOrd="0" presId="urn:microsoft.com/office/officeart/2018/2/layout/IconVerticalSolidList"/>
    <dgm:cxn modelId="{F1B4ECFE-B8BE-4959-819F-F074E328BBF2}" type="presParOf" srcId="{BC0FE138-823B-4BD7-A56F-44520D6C5508}" destId="{B720DB2B-6F6A-4158-BEAA-E11DF51C9316}" srcOrd="3" destOrd="0" presId="urn:microsoft.com/office/officeart/2018/2/layout/IconVerticalSolidList"/>
    <dgm:cxn modelId="{C154F85C-12B8-4096-82DA-3E0FBA516702}" type="presParOf" srcId="{BC0FE138-823B-4BD7-A56F-44520D6C5508}" destId="{394C66F4-BCF0-4DA8-92AB-6ACA4B651087}" srcOrd="4" destOrd="0" presId="urn:microsoft.com/office/officeart/2018/2/layout/IconVerticalSolidList"/>
    <dgm:cxn modelId="{26B121D2-795E-4F1E-BB90-27675BF92B2A}" type="presParOf" srcId="{F1707926-CD86-4ADF-8B2D-0EA9A3B0D15D}" destId="{3779A40D-6CF9-4786-A679-E6763A49D510}" srcOrd="1" destOrd="0" presId="urn:microsoft.com/office/officeart/2018/2/layout/IconVerticalSolidList"/>
    <dgm:cxn modelId="{1FED0A50-23AA-42A2-B78A-6CB069EBE47E}" type="presParOf" srcId="{F1707926-CD86-4ADF-8B2D-0EA9A3B0D15D}" destId="{2FFE7A22-09E6-43D5-8E71-4DE12BA19FBD}" srcOrd="2" destOrd="0" presId="urn:microsoft.com/office/officeart/2018/2/layout/IconVerticalSolidList"/>
    <dgm:cxn modelId="{51759BB4-742F-45D5-8A83-50091EDFD5CD}" type="presParOf" srcId="{2FFE7A22-09E6-43D5-8E71-4DE12BA19FBD}" destId="{69C875D8-432D-48D1-902A-1E116B255FC2}" srcOrd="0" destOrd="0" presId="urn:microsoft.com/office/officeart/2018/2/layout/IconVerticalSolidList"/>
    <dgm:cxn modelId="{3631013F-46C5-4078-8083-4A166688ED53}" type="presParOf" srcId="{2FFE7A22-09E6-43D5-8E71-4DE12BA19FBD}" destId="{BD8BA274-5ECA-4762-A320-075BE93E716A}" srcOrd="1" destOrd="0" presId="urn:microsoft.com/office/officeart/2018/2/layout/IconVerticalSolidList"/>
    <dgm:cxn modelId="{EC877B58-9A78-4060-8139-5816787C95FD}" type="presParOf" srcId="{2FFE7A22-09E6-43D5-8E71-4DE12BA19FBD}" destId="{6A5D81C7-44AD-452F-A54A-6C9E4EC5B615}" srcOrd="2" destOrd="0" presId="urn:microsoft.com/office/officeart/2018/2/layout/IconVerticalSolidList"/>
    <dgm:cxn modelId="{A715FCF8-B372-48BB-8870-62FF9075E91B}" type="presParOf" srcId="{2FFE7A22-09E6-43D5-8E71-4DE12BA19FBD}" destId="{D9399893-799D-4A05-9785-03997F9B98AF}" srcOrd="3" destOrd="0" presId="urn:microsoft.com/office/officeart/2018/2/layout/IconVerticalSolidList"/>
    <dgm:cxn modelId="{815DC0A7-E8B9-4D16-9E13-AFCE5161FA66}" type="presParOf" srcId="{2FFE7A22-09E6-43D5-8E71-4DE12BA19FBD}" destId="{459FF158-6C5A-41BB-8483-7D4FF49BA612}" srcOrd="4" destOrd="0" presId="urn:microsoft.com/office/officeart/2018/2/layout/IconVerticalSolidList"/>
    <dgm:cxn modelId="{2A13AFD7-50F7-4F86-B1FD-67E5B5F834F1}" type="presParOf" srcId="{F1707926-CD86-4ADF-8B2D-0EA9A3B0D15D}" destId="{6D87512B-FA32-4E9D-BF5F-F0A6CFF664ED}" srcOrd="3" destOrd="0" presId="urn:microsoft.com/office/officeart/2018/2/layout/IconVerticalSolidList"/>
    <dgm:cxn modelId="{7018B9C0-E882-43D2-9A98-8C49DC87CA7C}" type="presParOf" srcId="{F1707926-CD86-4ADF-8B2D-0EA9A3B0D15D}" destId="{93368D9B-C061-4A34-95DE-BDE73BD9D7A9}" srcOrd="4" destOrd="0" presId="urn:microsoft.com/office/officeart/2018/2/layout/IconVerticalSolidList"/>
    <dgm:cxn modelId="{F0DD182A-27BD-49D3-B629-D455621B9B99}" type="presParOf" srcId="{93368D9B-C061-4A34-95DE-BDE73BD9D7A9}" destId="{C76D6686-F672-4D15-B1CD-2DBB1BEBB337}" srcOrd="0" destOrd="0" presId="urn:microsoft.com/office/officeart/2018/2/layout/IconVerticalSolidList"/>
    <dgm:cxn modelId="{62494134-19D9-4BED-9C47-972716B746C8}" type="presParOf" srcId="{93368D9B-C061-4A34-95DE-BDE73BD9D7A9}" destId="{2694B61A-1E03-45BB-81B5-E79ADFF8B04C}" srcOrd="1" destOrd="0" presId="urn:microsoft.com/office/officeart/2018/2/layout/IconVerticalSolidList"/>
    <dgm:cxn modelId="{BFBA2D79-C28C-4C57-BADB-169A94CF90E5}" type="presParOf" srcId="{93368D9B-C061-4A34-95DE-BDE73BD9D7A9}" destId="{9AEFB4AF-7531-400B-99AD-F682C7305DEA}" srcOrd="2" destOrd="0" presId="urn:microsoft.com/office/officeart/2018/2/layout/IconVerticalSolidList"/>
    <dgm:cxn modelId="{66248C32-2976-4D1E-BABC-EF620F72E8BD}" type="presParOf" srcId="{93368D9B-C061-4A34-95DE-BDE73BD9D7A9}" destId="{C36C4372-039C-42B2-B1C9-7A68B89EEC1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1BC3D73-1086-4D37-873A-4B1DFE1494C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A71A78-E579-4894-802B-76CC394DA6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1"/>
            <a:t>Demo content</a:t>
          </a:r>
          <a:r>
            <a:rPr lang="en-US" i="1"/>
            <a:t>:</a:t>
          </a:r>
          <a:endParaRPr lang="en-US"/>
        </a:p>
      </dgm:t>
    </dgm:pt>
    <dgm:pt modelId="{07BC3DA9-802D-43FB-88E9-04D67CA112D3}" type="parTrans" cxnId="{CC921FD9-F54C-448D-8701-6C7DDB316B81}">
      <dgm:prSet/>
      <dgm:spPr/>
      <dgm:t>
        <a:bodyPr/>
        <a:lstStyle/>
        <a:p>
          <a:endParaRPr lang="en-US"/>
        </a:p>
      </dgm:t>
    </dgm:pt>
    <dgm:pt modelId="{F0922906-EE86-4458-8CAB-D08A3771C98F}" type="sibTrans" cxnId="{CC921FD9-F54C-448D-8701-6C7DDB316B81}">
      <dgm:prSet/>
      <dgm:spPr/>
      <dgm:t>
        <a:bodyPr/>
        <a:lstStyle/>
        <a:p>
          <a:endParaRPr lang="en-US"/>
        </a:p>
      </dgm:t>
    </dgm:pt>
    <dgm:pt modelId="{93E8F61A-2E11-4851-BB4A-615F1E6822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vpnserver</a:t>
          </a:r>
          <a:r>
            <a:rPr lang="en-US" dirty="0"/>
            <a:t> and </a:t>
          </a:r>
          <a:r>
            <a:rPr lang="en-US" dirty="0" err="1"/>
            <a:t>vpnclient</a:t>
          </a:r>
          <a:r>
            <a:rPr lang="en-US" dirty="0"/>
            <a:t> running, tun0 interfaces appearing (</a:t>
          </a:r>
          <a:r>
            <a:rPr lang="en-US" dirty="0" err="1"/>
            <a:t>ifconfig</a:t>
          </a:r>
          <a:r>
            <a:rPr lang="en-US" dirty="0"/>
            <a:t> tun0)</a:t>
          </a:r>
        </a:p>
      </dgm:t>
    </dgm:pt>
    <dgm:pt modelId="{E4795523-3F98-477D-BE55-E096676396D2}" type="parTrans" cxnId="{63128A5E-D0AE-49C1-9654-6762BB206278}">
      <dgm:prSet/>
      <dgm:spPr/>
      <dgm:t>
        <a:bodyPr/>
        <a:lstStyle/>
        <a:p>
          <a:endParaRPr lang="en-US"/>
        </a:p>
      </dgm:t>
    </dgm:pt>
    <dgm:pt modelId="{1B43084A-DEC2-44E4-8AFD-20D36E64D527}" type="sibTrans" cxnId="{63128A5E-D0AE-49C1-9654-6762BB206278}">
      <dgm:prSet/>
      <dgm:spPr/>
      <dgm:t>
        <a:bodyPr/>
        <a:lstStyle/>
        <a:p>
          <a:endParaRPr lang="en-US"/>
        </a:p>
      </dgm:t>
    </dgm:pt>
    <dgm:pt modelId="{B6EDD1DC-A686-4D72-8815-722AF6D8EC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ping 192.168.60.101 from Host U succeeding through the tunnel</a:t>
          </a:r>
        </a:p>
      </dgm:t>
    </dgm:pt>
    <dgm:pt modelId="{44040C27-4E3A-4853-8DDD-6CFE377E5C34}" type="parTrans" cxnId="{E3518491-B4AE-4ACC-B79D-2FB639AD9447}">
      <dgm:prSet/>
      <dgm:spPr/>
      <dgm:t>
        <a:bodyPr/>
        <a:lstStyle/>
        <a:p>
          <a:endParaRPr lang="en-US"/>
        </a:p>
      </dgm:t>
    </dgm:pt>
    <dgm:pt modelId="{5970C838-CC73-4B76-A9FA-334E724D6814}" type="sibTrans" cxnId="{E3518491-B4AE-4ACC-B79D-2FB639AD9447}">
      <dgm:prSet/>
      <dgm:spPr/>
      <dgm:t>
        <a:bodyPr/>
        <a:lstStyle/>
        <a:p>
          <a:endParaRPr lang="en-US"/>
        </a:p>
      </dgm:t>
    </dgm:pt>
    <dgm:pt modelId="{5396CABF-994A-49D0-8127-D0ED7A7A25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Wireshark on the NAT interface: outer UDP/TCP packets carrying encapsulated IP payloads</a:t>
          </a:r>
        </a:p>
      </dgm:t>
    </dgm:pt>
    <dgm:pt modelId="{FF0103EE-C039-4981-89EE-B1649583A846}" type="parTrans" cxnId="{2247EC94-6C74-4A69-9537-6B1BDE4D429A}">
      <dgm:prSet/>
      <dgm:spPr/>
      <dgm:t>
        <a:bodyPr/>
        <a:lstStyle/>
        <a:p>
          <a:endParaRPr lang="en-US"/>
        </a:p>
      </dgm:t>
    </dgm:pt>
    <dgm:pt modelId="{5E6B552D-A48A-4B2F-A194-2C5D00201273}" type="sibTrans" cxnId="{2247EC94-6C74-4A69-9537-6B1BDE4D429A}">
      <dgm:prSet/>
      <dgm:spPr/>
      <dgm:t>
        <a:bodyPr/>
        <a:lstStyle/>
        <a:p>
          <a:endParaRPr lang="en-US"/>
        </a:p>
      </dgm:t>
    </dgm:pt>
    <dgm:pt modelId="{F4F0C822-9400-43F1-B7B7-5EA871493F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1"/>
            <a:t>Task questions / answers</a:t>
          </a:r>
          <a:r>
            <a:rPr lang="en-US" i="1"/>
            <a:t>:</a:t>
          </a:r>
          <a:endParaRPr lang="en-US"/>
        </a:p>
      </dgm:t>
    </dgm:pt>
    <dgm:pt modelId="{82694538-ABCF-4CEE-B995-FFECA1813A02}" type="parTrans" cxnId="{BB004BC6-178A-4F91-A7B7-AD63BBE89FFA}">
      <dgm:prSet/>
      <dgm:spPr/>
      <dgm:t>
        <a:bodyPr/>
        <a:lstStyle/>
        <a:p>
          <a:endParaRPr lang="en-US"/>
        </a:p>
      </dgm:t>
    </dgm:pt>
    <dgm:pt modelId="{904ED05B-8677-4DEE-8396-1339FFC15E58}" type="sibTrans" cxnId="{BB004BC6-178A-4F91-A7B7-AD63BBE89FFA}">
      <dgm:prSet/>
      <dgm:spPr/>
      <dgm:t>
        <a:bodyPr/>
        <a:lstStyle/>
        <a:p>
          <a:endParaRPr lang="en-US"/>
        </a:p>
      </dgm:t>
    </dgm:pt>
    <dgm:pt modelId="{72A780BD-D48F-47D9-B64A-C7059A0AF2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Q: What happens when you break the tunnel mid-telnet session?</a:t>
          </a:r>
          <a:r>
            <a:rPr lang="en-US" dirty="0"/>
            <a:t> A: The telnet window freezes; keystrokes are not transmitted. The TCP connection is not immediately broken as it is suspended. Upon tunnel reconnection, the telnet session </a:t>
          </a:r>
          <a:r>
            <a:rPr lang="en-US" b="0" dirty="0"/>
            <a:t>resumes</a:t>
          </a:r>
          <a:r>
            <a:rPr lang="en-US" dirty="0"/>
            <a:t> because the TCP state was preserved end-to-end</a:t>
          </a:r>
        </a:p>
      </dgm:t>
    </dgm:pt>
    <dgm:pt modelId="{ACE4EDEA-BD84-4E14-B8AD-2B7F5A89DC93}" type="parTrans" cxnId="{757D59E0-D013-4E88-98C4-FAF346D785C9}">
      <dgm:prSet/>
      <dgm:spPr/>
      <dgm:t>
        <a:bodyPr/>
        <a:lstStyle/>
        <a:p>
          <a:endParaRPr lang="en-US"/>
        </a:p>
      </dgm:t>
    </dgm:pt>
    <dgm:pt modelId="{8EEE0925-F19A-4135-B918-CA13B302C818}" type="sibTrans" cxnId="{757D59E0-D013-4E88-98C4-FAF346D785C9}">
      <dgm:prSet/>
      <dgm:spPr/>
      <dgm:t>
        <a:bodyPr/>
        <a:lstStyle/>
        <a:p>
          <a:endParaRPr lang="en-US"/>
        </a:p>
      </dgm:t>
    </dgm:pt>
    <dgm:pt modelId="{38D5755D-54D7-4527-9147-0024C6E28D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Q: What is the source IP seen by Host V?</a:t>
          </a:r>
          <a:r>
            <a:rPr lang="en-US" dirty="0"/>
            <a:t> A: 192.168.53.5 (the tun0 address of the VPN client), the inner IP</a:t>
          </a:r>
        </a:p>
      </dgm:t>
    </dgm:pt>
    <dgm:pt modelId="{4AC5AF40-4930-4BE6-AC33-8A708C8F3872}" type="parTrans" cxnId="{C1628ABC-A1B2-414C-936F-04E1C08CC55E}">
      <dgm:prSet/>
      <dgm:spPr/>
      <dgm:t>
        <a:bodyPr/>
        <a:lstStyle/>
        <a:p>
          <a:endParaRPr lang="en-US"/>
        </a:p>
      </dgm:t>
    </dgm:pt>
    <dgm:pt modelId="{ED83797F-DF96-45FF-ABB6-FCF8E18591CA}" type="sibTrans" cxnId="{C1628ABC-A1B2-414C-936F-04E1C08CC55E}">
      <dgm:prSet/>
      <dgm:spPr/>
      <dgm:t>
        <a:bodyPr/>
        <a:lstStyle/>
        <a:p>
          <a:endParaRPr lang="en-US"/>
        </a:p>
      </dgm:t>
    </dgm:pt>
    <dgm:pt modelId="{C68C0E4A-7190-4119-8376-578CF55B99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1" dirty="0"/>
            <a:t>Main takeaway</a:t>
          </a:r>
          <a:r>
            <a:rPr lang="en-US" i="1" dirty="0"/>
            <a:t>:</a:t>
          </a:r>
          <a:r>
            <a:rPr lang="en-US" dirty="0"/>
            <a:t> TUN/TAP virtualizes a network layer device in software, enabling user-space programs to intercept and forward IP traffic, the fundamental mechanism behind all software-defined VPNs</a:t>
          </a:r>
        </a:p>
      </dgm:t>
    </dgm:pt>
    <dgm:pt modelId="{C05F733E-C195-4FDE-91BB-CC809CEF9BB4}" type="parTrans" cxnId="{B263AF1E-B003-4BF4-BBEC-88FA79279D8F}">
      <dgm:prSet/>
      <dgm:spPr/>
      <dgm:t>
        <a:bodyPr/>
        <a:lstStyle/>
        <a:p>
          <a:endParaRPr lang="en-US"/>
        </a:p>
      </dgm:t>
    </dgm:pt>
    <dgm:pt modelId="{975E4663-8395-4B23-8DCE-1C0FB4FFD824}" type="sibTrans" cxnId="{B263AF1E-B003-4BF4-BBEC-88FA79279D8F}">
      <dgm:prSet/>
      <dgm:spPr/>
      <dgm:t>
        <a:bodyPr/>
        <a:lstStyle/>
        <a:p>
          <a:endParaRPr lang="en-US"/>
        </a:p>
      </dgm:t>
    </dgm:pt>
    <dgm:pt modelId="{F6126760-1A8C-44C1-B6F4-4CC65818D117}" type="pres">
      <dgm:prSet presAssocID="{F1BC3D73-1086-4D37-873A-4B1DFE1494C9}" presName="root" presStyleCnt="0">
        <dgm:presLayoutVars>
          <dgm:dir/>
          <dgm:resizeHandles val="exact"/>
        </dgm:presLayoutVars>
      </dgm:prSet>
      <dgm:spPr/>
    </dgm:pt>
    <dgm:pt modelId="{9E08E6C4-7D4E-4DCF-8F80-D122E6C0373A}" type="pres">
      <dgm:prSet presAssocID="{8EA71A78-E579-4894-802B-76CC394DA695}" presName="compNode" presStyleCnt="0"/>
      <dgm:spPr/>
    </dgm:pt>
    <dgm:pt modelId="{CF93EDA6-CC1C-471C-85E4-FEB4420953F8}" type="pres">
      <dgm:prSet presAssocID="{8EA71A78-E579-4894-802B-76CC394DA695}" presName="bgRect" presStyleLbl="bgShp" presStyleIdx="0" presStyleCnt="3"/>
      <dgm:spPr/>
    </dgm:pt>
    <dgm:pt modelId="{DD12EAC4-BEF6-4A5C-A57D-6A349DCB5885}" type="pres">
      <dgm:prSet presAssocID="{8EA71A78-E579-4894-802B-76CC394DA69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FAC8277A-DE90-42FF-BAE6-73ADE581F616}" type="pres">
      <dgm:prSet presAssocID="{8EA71A78-E579-4894-802B-76CC394DA695}" presName="spaceRect" presStyleCnt="0"/>
      <dgm:spPr/>
    </dgm:pt>
    <dgm:pt modelId="{124AFF19-D962-4D1F-A8A9-1CB019F7D7B3}" type="pres">
      <dgm:prSet presAssocID="{8EA71A78-E579-4894-802B-76CC394DA695}" presName="parTx" presStyleLbl="revTx" presStyleIdx="0" presStyleCnt="5">
        <dgm:presLayoutVars>
          <dgm:chMax val="0"/>
          <dgm:chPref val="0"/>
        </dgm:presLayoutVars>
      </dgm:prSet>
      <dgm:spPr/>
    </dgm:pt>
    <dgm:pt modelId="{4590E2FF-FBF9-47E7-83B4-D5A03226EF55}" type="pres">
      <dgm:prSet presAssocID="{8EA71A78-E579-4894-802B-76CC394DA695}" presName="desTx" presStyleLbl="revTx" presStyleIdx="1" presStyleCnt="5">
        <dgm:presLayoutVars/>
      </dgm:prSet>
      <dgm:spPr/>
    </dgm:pt>
    <dgm:pt modelId="{30141F9B-0EE2-4CD6-91CF-E350D5DF1773}" type="pres">
      <dgm:prSet presAssocID="{F0922906-EE86-4458-8CAB-D08A3771C98F}" presName="sibTrans" presStyleCnt="0"/>
      <dgm:spPr/>
    </dgm:pt>
    <dgm:pt modelId="{BBE68228-190E-4245-BFF5-B359D9EE977D}" type="pres">
      <dgm:prSet presAssocID="{F4F0C822-9400-43F1-B7B7-5EA871493F3A}" presName="compNode" presStyleCnt="0"/>
      <dgm:spPr/>
    </dgm:pt>
    <dgm:pt modelId="{9000D82E-D3F2-4EDA-A946-FE45F5DBBA28}" type="pres">
      <dgm:prSet presAssocID="{F4F0C822-9400-43F1-B7B7-5EA871493F3A}" presName="bgRect" presStyleLbl="bgShp" presStyleIdx="1" presStyleCnt="3"/>
      <dgm:spPr/>
    </dgm:pt>
    <dgm:pt modelId="{12E1E282-215A-44A5-9FEC-17F135B1F601}" type="pres">
      <dgm:prSet presAssocID="{F4F0C822-9400-43F1-B7B7-5EA871493F3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B708B4E-6240-4490-9ACB-90BB9E9C8007}" type="pres">
      <dgm:prSet presAssocID="{F4F0C822-9400-43F1-B7B7-5EA871493F3A}" presName="spaceRect" presStyleCnt="0"/>
      <dgm:spPr/>
    </dgm:pt>
    <dgm:pt modelId="{D1C9F4D3-C8D7-4D89-A754-5A7DCD84D1A8}" type="pres">
      <dgm:prSet presAssocID="{F4F0C822-9400-43F1-B7B7-5EA871493F3A}" presName="parTx" presStyleLbl="revTx" presStyleIdx="2" presStyleCnt="5">
        <dgm:presLayoutVars>
          <dgm:chMax val="0"/>
          <dgm:chPref val="0"/>
        </dgm:presLayoutVars>
      </dgm:prSet>
      <dgm:spPr/>
    </dgm:pt>
    <dgm:pt modelId="{94ABE387-F26D-4D55-86BF-F312C88C4C46}" type="pres">
      <dgm:prSet presAssocID="{F4F0C822-9400-43F1-B7B7-5EA871493F3A}" presName="desTx" presStyleLbl="revTx" presStyleIdx="3" presStyleCnt="5">
        <dgm:presLayoutVars/>
      </dgm:prSet>
      <dgm:spPr/>
    </dgm:pt>
    <dgm:pt modelId="{68075AA1-8B28-4635-93E7-BBB98027D75A}" type="pres">
      <dgm:prSet presAssocID="{904ED05B-8677-4DEE-8396-1339FFC15E58}" presName="sibTrans" presStyleCnt="0"/>
      <dgm:spPr/>
    </dgm:pt>
    <dgm:pt modelId="{3876F602-BEB9-4C36-BB2A-FC2AC17669C1}" type="pres">
      <dgm:prSet presAssocID="{C68C0E4A-7190-4119-8376-578CF55B99BC}" presName="compNode" presStyleCnt="0"/>
      <dgm:spPr/>
    </dgm:pt>
    <dgm:pt modelId="{04AD738D-CE65-463A-A991-04416B069E02}" type="pres">
      <dgm:prSet presAssocID="{C68C0E4A-7190-4119-8376-578CF55B99BC}" presName="bgRect" presStyleLbl="bgShp" presStyleIdx="2" presStyleCnt="3"/>
      <dgm:spPr/>
    </dgm:pt>
    <dgm:pt modelId="{B5B02F44-A39F-45B3-A648-784C6E94737D}" type="pres">
      <dgm:prSet presAssocID="{C68C0E4A-7190-4119-8376-578CF55B99B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FC660A26-6420-4FEF-BA8C-44F9E027C907}" type="pres">
      <dgm:prSet presAssocID="{C68C0E4A-7190-4119-8376-578CF55B99BC}" presName="spaceRect" presStyleCnt="0"/>
      <dgm:spPr/>
    </dgm:pt>
    <dgm:pt modelId="{1A128515-E50B-44C7-B90D-2C95CCEC8BCC}" type="pres">
      <dgm:prSet presAssocID="{C68C0E4A-7190-4119-8376-578CF55B99B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8C10908-4710-4BA9-A166-95C25842F88C}" type="presOf" srcId="{38D5755D-54D7-4527-9147-0024C6E28DC2}" destId="{94ABE387-F26D-4D55-86BF-F312C88C4C46}" srcOrd="0" destOrd="1" presId="urn:microsoft.com/office/officeart/2018/2/layout/IconVerticalSolidList"/>
    <dgm:cxn modelId="{734FE11B-9399-418C-B34A-E516166C88D2}" type="presOf" srcId="{C68C0E4A-7190-4119-8376-578CF55B99BC}" destId="{1A128515-E50B-44C7-B90D-2C95CCEC8BCC}" srcOrd="0" destOrd="0" presId="urn:microsoft.com/office/officeart/2018/2/layout/IconVerticalSolidList"/>
    <dgm:cxn modelId="{B263AF1E-B003-4BF4-BBEC-88FA79279D8F}" srcId="{F1BC3D73-1086-4D37-873A-4B1DFE1494C9}" destId="{C68C0E4A-7190-4119-8376-578CF55B99BC}" srcOrd="2" destOrd="0" parTransId="{C05F733E-C195-4FDE-91BB-CC809CEF9BB4}" sibTransId="{975E4663-8395-4B23-8DCE-1C0FB4FFD824}"/>
    <dgm:cxn modelId="{7748CD32-4755-45F7-8E58-FA0D8FF9E224}" type="presOf" srcId="{5396CABF-994A-49D0-8127-D0ED7A7A25B1}" destId="{4590E2FF-FBF9-47E7-83B4-D5A03226EF55}" srcOrd="0" destOrd="2" presId="urn:microsoft.com/office/officeart/2018/2/layout/IconVerticalSolidList"/>
    <dgm:cxn modelId="{63128A5E-D0AE-49C1-9654-6762BB206278}" srcId="{8EA71A78-E579-4894-802B-76CC394DA695}" destId="{93E8F61A-2E11-4851-BB4A-615F1E682245}" srcOrd="0" destOrd="0" parTransId="{E4795523-3F98-477D-BE55-E096676396D2}" sibTransId="{1B43084A-DEC2-44E4-8AFD-20D36E64D527}"/>
    <dgm:cxn modelId="{047E1B4F-8294-49E3-8975-12CE10C18CDB}" type="presOf" srcId="{F4F0C822-9400-43F1-B7B7-5EA871493F3A}" destId="{D1C9F4D3-C8D7-4D89-A754-5A7DCD84D1A8}" srcOrd="0" destOrd="0" presId="urn:microsoft.com/office/officeart/2018/2/layout/IconVerticalSolidList"/>
    <dgm:cxn modelId="{FFD50274-2461-4F65-AD7F-3733732B3F93}" type="presOf" srcId="{93E8F61A-2E11-4851-BB4A-615F1E682245}" destId="{4590E2FF-FBF9-47E7-83B4-D5A03226EF55}" srcOrd="0" destOrd="0" presId="urn:microsoft.com/office/officeart/2018/2/layout/IconVerticalSolidList"/>
    <dgm:cxn modelId="{E3518491-B4AE-4ACC-B79D-2FB639AD9447}" srcId="{8EA71A78-E579-4894-802B-76CC394DA695}" destId="{B6EDD1DC-A686-4D72-8815-722AF6D8EC86}" srcOrd="1" destOrd="0" parTransId="{44040C27-4E3A-4853-8DDD-6CFE377E5C34}" sibTransId="{5970C838-CC73-4B76-A9FA-334E724D6814}"/>
    <dgm:cxn modelId="{2247EC94-6C74-4A69-9537-6B1BDE4D429A}" srcId="{8EA71A78-E579-4894-802B-76CC394DA695}" destId="{5396CABF-994A-49D0-8127-D0ED7A7A25B1}" srcOrd="2" destOrd="0" parTransId="{FF0103EE-C039-4981-89EE-B1649583A846}" sibTransId="{5E6B552D-A48A-4B2F-A194-2C5D00201273}"/>
    <dgm:cxn modelId="{26D5C29C-F317-453C-B3B0-6C64BE909855}" type="presOf" srcId="{F1BC3D73-1086-4D37-873A-4B1DFE1494C9}" destId="{F6126760-1A8C-44C1-B6F4-4CC65818D117}" srcOrd="0" destOrd="0" presId="urn:microsoft.com/office/officeart/2018/2/layout/IconVerticalSolidList"/>
    <dgm:cxn modelId="{C1628ABC-A1B2-414C-936F-04E1C08CC55E}" srcId="{F4F0C822-9400-43F1-B7B7-5EA871493F3A}" destId="{38D5755D-54D7-4527-9147-0024C6E28DC2}" srcOrd="1" destOrd="0" parTransId="{4AC5AF40-4930-4BE6-AC33-8A708C8F3872}" sibTransId="{ED83797F-DF96-45FF-ABB6-FCF8E18591CA}"/>
    <dgm:cxn modelId="{BB004BC6-178A-4F91-A7B7-AD63BBE89FFA}" srcId="{F1BC3D73-1086-4D37-873A-4B1DFE1494C9}" destId="{F4F0C822-9400-43F1-B7B7-5EA871493F3A}" srcOrd="1" destOrd="0" parTransId="{82694538-ABCF-4CEE-B995-FFECA1813A02}" sibTransId="{904ED05B-8677-4DEE-8396-1339FFC15E58}"/>
    <dgm:cxn modelId="{CC921FD9-F54C-448D-8701-6C7DDB316B81}" srcId="{F1BC3D73-1086-4D37-873A-4B1DFE1494C9}" destId="{8EA71A78-E579-4894-802B-76CC394DA695}" srcOrd="0" destOrd="0" parTransId="{07BC3DA9-802D-43FB-88E9-04D67CA112D3}" sibTransId="{F0922906-EE86-4458-8CAB-D08A3771C98F}"/>
    <dgm:cxn modelId="{5B64AADA-61C6-4BDB-8DA4-C59BF0D94370}" type="presOf" srcId="{72A780BD-D48F-47D9-B64A-C7059A0AF226}" destId="{94ABE387-F26D-4D55-86BF-F312C88C4C46}" srcOrd="0" destOrd="0" presId="urn:microsoft.com/office/officeart/2018/2/layout/IconVerticalSolidList"/>
    <dgm:cxn modelId="{757D59E0-D013-4E88-98C4-FAF346D785C9}" srcId="{F4F0C822-9400-43F1-B7B7-5EA871493F3A}" destId="{72A780BD-D48F-47D9-B64A-C7059A0AF226}" srcOrd="0" destOrd="0" parTransId="{ACE4EDEA-BD84-4E14-B8AD-2B7F5A89DC93}" sibTransId="{8EEE0925-F19A-4135-B918-CA13B302C818}"/>
    <dgm:cxn modelId="{B22AB8E5-EB3B-4E2B-9635-A45194ADED71}" type="presOf" srcId="{8EA71A78-E579-4894-802B-76CC394DA695}" destId="{124AFF19-D962-4D1F-A8A9-1CB019F7D7B3}" srcOrd="0" destOrd="0" presId="urn:microsoft.com/office/officeart/2018/2/layout/IconVerticalSolidList"/>
    <dgm:cxn modelId="{A57C6FF6-FF4D-4914-8FBA-13606356B198}" type="presOf" srcId="{B6EDD1DC-A686-4D72-8815-722AF6D8EC86}" destId="{4590E2FF-FBF9-47E7-83B4-D5A03226EF55}" srcOrd="0" destOrd="1" presId="urn:microsoft.com/office/officeart/2018/2/layout/IconVerticalSolidList"/>
    <dgm:cxn modelId="{2B3036A2-1E07-468A-87C7-66D5DE6D8E8E}" type="presParOf" srcId="{F6126760-1A8C-44C1-B6F4-4CC65818D117}" destId="{9E08E6C4-7D4E-4DCF-8F80-D122E6C0373A}" srcOrd="0" destOrd="0" presId="urn:microsoft.com/office/officeart/2018/2/layout/IconVerticalSolidList"/>
    <dgm:cxn modelId="{63342588-C7BF-4ED2-ACF8-E7884FD2FEE2}" type="presParOf" srcId="{9E08E6C4-7D4E-4DCF-8F80-D122E6C0373A}" destId="{CF93EDA6-CC1C-471C-85E4-FEB4420953F8}" srcOrd="0" destOrd="0" presId="urn:microsoft.com/office/officeart/2018/2/layout/IconVerticalSolidList"/>
    <dgm:cxn modelId="{5D5B4787-6303-4CA3-8515-668074C49634}" type="presParOf" srcId="{9E08E6C4-7D4E-4DCF-8F80-D122E6C0373A}" destId="{DD12EAC4-BEF6-4A5C-A57D-6A349DCB5885}" srcOrd="1" destOrd="0" presId="urn:microsoft.com/office/officeart/2018/2/layout/IconVerticalSolidList"/>
    <dgm:cxn modelId="{2535F3CF-E16B-44D6-A0D1-0FC59B8970B3}" type="presParOf" srcId="{9E08E6C4-7D4E-4DCF-8F80-D122E6C0373A}" destId="{FAC8277A-DE90-42FF-BAE6-73ADE581F616}" srcOrd="2" destOrd="0" presId="urn:microsoft.com/office/officeart/2018/2/layout/IconVerticalSolidList"/>
    <dgm:cxn modelId="{6F857B53-5833-4C23-B1A6-BBE8A6354AE2}" type="presParOf" srcId="{9E08E6C4-7D4E-4DCF-8F80-D122E6C0373A}" destId="{124AFF19-D962-4D1F-A8A9-1CB019F7D7B3}" srcOrd="3" destOrd="0" presId="urn:microsoft.com/office/officeart/2018/2/layout/IconVerticalSolidList"/>
    <dgm:cxn modelId="{278A072B-FCA0-492E-BEE2-8E13B36EB594}" type="presParOf" srcId="{9E08E6C4-7D4E-4DCF-8F80-D122E6C0373A}" destId="{4590E2FF-FBF9-47E7-83B4-D5A03226EF55}" srcOrd="4" destOrd="0" presId="urn:microsoft.com/office/officeart/2018/2/layout/IconVerticalSolidList"/>
    <dgm:cxn modelId="{1841A253-078D-470E-A562-7ECC2F4DA12F}" type="presParOf" srcId="{F6126760-1A8C-44C1-B6F4-4CC65818D117}" destId="{30141F9B-0EE2-4CD6-91CF-E350D5DF1773}" srcOrd="1" destOrd="0" presId="urn:microsoft.com/office/officeart/2018/2/layout/IconVerticalSolidList"/>
    <dgm:cxn modelId="{4249771F-388E-4F4F-A508-C16EC46E6E02}" type="presParOf" srcId="{F6126760-1A8C-44C1-B6F4-4CC65818D117}" destId="{BBE68228-190E-4245-BFF5-B359D9EE977D}" srcOrd="2" destOrd="0" presId="urn:microsoft.com/office/officeart/2018/2/layout/IconVerticalSolidList"/>
    <dgm:cxn modelId="{0BEA73B4-A4E1-4E4A-9042-4645BB2E2B90}" type="presParOf" srcId="{BBE68228-190E-4245-BFF5-B359D9EE977D}" destId="{9000D82E-D3F2-4EDA-A946-FE45F5DBBA28}" srcOrd="0" destOrd="0" presId="urn:microsoft.com/office/officeart/2018/2/layout/IconVerticalSolidList"/>
    <dgm:cxn modelId="{7A62D086-E294-4C1F-BAAC-5298B9AF1C2E}" type="presParOf" srcId="{BBE68228-190E-4245-BFF5-B359D9EE977D}" destId="{12E1E282-215A-44A5-9FEC-17F135B1F601}" srcOrd="1" destOrd="0" presId="urn:microsoft.com/office/officeart/2018/2/layout/IconVerticalSolidList"/>
    <dgm:cxn modelId="{CB054D44-3897-4C99-8E3A-491D730A7F8A}" type="presParOf" srcId="{BBE68228-190E-4245-BFF5-B359D9EE977D}" destId="{DB708B4E-6240-4490-9ACB-90BB9E9C8007}" srcOrd="2" destOrd="0" presId="urn:microsoft.com/office/officeart/2018/2/layout/IconVerticalSolidList"/>
    <dgm:cxn modelId="{8100E340-21C7-4539-9873-C6F2F41A955E}" type="presParOf" srcId="{BBE68228-190E-4245-BFF5-B359D9EE977D}" destId="{D1C9F4D3-C8D7-4D89-A754-5A7DCD84D1A8}" srcOrd="3" destOrd="0" presId="urn:microsoft.com/office/officeart/2018/2/layout/IconVerticalSolidList"/>
    <dgm:cxn modelId="{676906F6-D322-4DBF-9D41-E93DB273A422}" type="presParOf" srcId="{BBE68228-190E-4245-BFF5-B359D9EE977D}" destId="{94ABE387-F26D-4D55-86BF-F312C88C4C46}" srcOrd="4" destOrd="0" presId="urn:microsoft.com/office/officeart/2018/2/layout/IconVerticalSolidList"/>
    <dgm:cxn modelId="{784C15D5-9433-4414-92D6-BD901B08B1C3}" type="presParOf" srcId="{F6126760-1A8C-44C1-B6F4-4CC65818D117}" destId="{68075AA1-8B28-4635-93E7-BBB98027D75A}" srcOrd="3" destOrd="0" presId="urn:microsoft.com/office/officeart/2018/2/layout/IconVerticalSolidList"/>
    <dgm:cxn modelId="{D7974BBF-7037-45C6-8410-B58205C27330}" type="presParOf" srcId="{F6126760-1A8C-44C1-B6F4-4CC65818D117}" destId="{3876F602-BEB9-4C36-BB2A-FC2AC17669C1}" srcOrd="4" destOrd="0" presId="urn:microsoft.com/office/officeart/2018/2/layout/IconVerticalSolidList"/>
    <dgm:cxn modelId="{E5BE35B6-9C84-4AE7-95D6-F091EED5353F}" type="presParOf" srcId="{3876F602-BEB9-4C36-BB2A-FC2AC17669C1}" destId="{04AD738D-CE65-463A-A991-04416B069E02}" srcOrd="0" destOrd="0" presId="urn:microsoft.com/office/officeart/2018/2/layout/IconVerticalSolidList"/>
    <dgm:cxn modelId="{41CBAFC7-7937-4617-9F0D-89F67AD877FF}" type="presParOf" srcId="{3876F602-BEB9-4C36-BB2A-FC2AC17669C1}" destId="{B5B02F44-A39F-45B3-A648-784C6E94737D}" srcOrd="1" destOrd="0" presId="urn:microsoft.com/office/officeart/2018/2/layout/IconVerticalSolidList"/>
    <dgm:cxn modelId="{41F66384-FAD9-4444-8F11-5C45208581C9}" type="presParOf" srcId="{3876F602-BEB9-4C36-BB2A-FC2AC17669C1}" destId="{FC660A26-6420-4FEF-BA8C-44F9E027C907}" srcOrd="2" destOrd="0" presId="urn:microsoft.com/office/officeart/2018/2/layout/IconVerticalSolidList"/>
    <dgm:cxn modelId="{0405BD6F-9880-4C36-B642-50DC68079A8B}" type="presParOf" srcId="{3876F602-BEB9-4C36-BB2A-FC2AC17669C1}" destId="{1A128515-E50B-44C7-B90D-2C95CCEC8B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A989FEB-E890-400F-83FF-00B67D628D6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E82646-B14D-4561-9805-121C30FF2D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1"/>
            <a:t>Demo content</a:t>
          </a:r>
          <a:r>
            <a:rPr lang="en-US" i="1"/>
            <a:t>:</a:t>
          </a:r>
          <a:endParaRPr lang="en-US"/>
        </a:p>
      </dgm:t>
    </dgm:pt>
    <dgm:pt modelId="{E311089C-1288-476A-860E-EF3F25A9ED4F}" type="parTrans" cxnId="{E09D1552-347A-4895-8973-3C62FEF79C82}">
      <dgm:prSet/>
      <dgm:spPr/>
      <dgm:t>
        <a:bodyPr/>
        <a:lstStyle/>
        <a:p>
          <a:endParaRPr lang="en-US"/>
        </a:p>
      </dgm:t>
    </dgm:pt>
    <dgm:pt modelId="{CA3AD3D1-88F3-4A8B-9818-4EECDB5095EF}" type="sibTrans" cxnId="{E09D1552-347A-4895-8973-3C62FEF79C82}">
      <dgm:prSet/>
      <dgm:spPr/>
      <dgm:t>
        <a:bodyPr/>
        <a:lstStyle/>
        <a:p>
          <a:endParaRPr lang="en-US"/>
        </a:p>
      </dgm:t>
    </dgm:pt>
    <dgm:pt modelId="{A3626581-9A8D-468D-B72D-33FCC3DC82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Wireshark capture on the NAT interface: all tunnel traffic labeled as TLS, payload unreadable</a:t>
          </a:r>
        </a:p>
      </dgm:t>
    </dgm:pt>
    <dgm:pt modelId="{2A9B459D-7169-42C5-8D91-6EE2C96C2A01}" type="parTrans" cxnId="{87BA3AD5-49EB-4204-8584-7EF60FAC30FE}">
      <dgm:prSet/>
      <dgm:spPr/>
      <dgm:t>
        <a:bodyPr/>
        <a:lstStyle/>
        <a:p>
          <a:endParaRPr lang="en-US"/>
        </a:p>
      </dgm:t>
    </dgm:pt>
    <dgm:pt modelId="{ED4294CB-AEFD-4F8B-BA48-D51F4D97F7F2}" type="sibTrans" cxnId="{87BA3AD5-49EB-4204-8584-7EF60FAC30FE}">
      <dgm:prSet/>
      <dgm:spPr/>
      <dgm:t>
        <a:bodyPr/>
        <a:lstStyle/>
        <a:p>
          <a:endParaRPr lang="en-US"/>
        </a:p>
      </dgm:t>
    </dgm:pt>
    <dgm:pt modelId="{140D030A-7CFB-4061-BB73-4AA7693F65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Wireshark with server private key loaded: traffic successfully decrypted, revealing inner IP packets</a:t>
          </a:r>
        </a:p>
      </dgm:t>
    </dgm:pt>
    <dgm:pt modelId="{E07368FF-A765-494B-89A8-F2AD08CE4E2D}" type="parTrans" cxnId="{58603066-DC62-4668-B701-E1C31C56BA7C}">
      <dgm:prSet/>
      <dgm:spPr/>
      <dgm:t>
        <a:bodyPr/>
        <a:lstStyle/>
        <a:p>
          <a:endParaRPr lang="en-US"/>
        </a:p>
      </dgm:t>
    </dgm:pt>
    <dgm:pt modelId="{BDFAAE75-A380-4692-8DFA-2676EEB70128}" type="sibTrans" cxnId="{58603066-DC62-4668-B701-E1C31C56BA7C}">
      <dgm:prSet/>
      <dgm:spPr/>
      <dgm:t>
        <a:bodyPr/>
        <a:lstStyle/>
        <a:p>
          <a:endParaRPr lang="en-US"/>
        </a:p>
      </dgm:t>
    </dgm:pt>
    <dgm:pt modelId="{C8A5086F-6E62-4494-9D2D-E687B6AD80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code change from UDP socket to TCP socket + SSL_write / SSL_read replacing raw send / recv</a:t>
          </a:r>
        </a:p>
      </dgm:t>
    </dgm:pt>
    <dgm:pt modelId="{21D5F230-08AD-4C6C-BC85-D3641BE32818}" type="parTrans" cxnId="{051763DA-3CDE-4D92-BF34-4F79C5B17EF4}">
      <dgm:prSet/>
      <dgm:spPr/>
      <dgm:t>
        <a:bodyPr/>
        <a:lstStyle/>
        <a:p>
          <a:endParaRPr lang="en-US"/>
        </a:p>
      </dgm:t>
    </dgm:pt>
    <dgm:pt modelId="{C3E9A41A-492D-4879-870B-B6701F6F2E0C}" type="sibTrans" cxnId="{051763DA-3CDE-4D92-BF34-4F79C5B17EF4}">
      <dgm:prSet/>
      <dgm:spPr/>
      <dgm:t>
        <a:bodyPr/>
        <a:lstStyle/>
        <a:p>
          <a:endParaRPr lang="en-US"/>
        </a:p>
      </dgm:t>
    </dgm:pt>
    <dgm:pt modelId="{212716F9-C382-4AF9-9AEE-936F1C811B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1"/>
            <a:t>Task questions / answers</a:t>
          </a:r>
          <a:r>
            <a:rPr lang="en-US" i="1"/>
            <a:t>:</a:t>
          </a:r>
          <a:endParaRPr lang="en-US"/>
        </a:p>
      </dgm:t>
    </dgm:pt>
    <dgm:pt modelId="{22AE5787-0B6E-4BCA-8FE1-454A479A0751}" type="parTrans" cxnId="{26298D8C-E214-466C-93AD-AFA2408D82A0}">
      <dgm:prSet/>
      <dgm:spPr/>
      <dgm:t>
        <a:bodyPr/>
        <a:lstStyle/>
        <a:p>
          <a:endParaRPr lang="en-US"/>
        </a:p>
      </dgm:t>
    </dgm:pt>
    <dgm:pt modelId="{ACF84BB0-59BD-4FDE-A299-35D1FAFAB7AF}" type="sibTrans" cxnId="{26298D8C-E214-466C-93AD-AFA2408D82A0}">
      <dgm:prSet/>
      <dgm:spPr/>
      <dgm:t>
        <a:bodyPr/>
        <a:lstStyle/>
        <a:p>
          <a:endParaRPr lang="en-US"/>
        </a:p>
      </dgm:t>
    </dgm:pt>
    <dgm:pt modelId="{F8D3A374-05E1-4EC3-B4F8-5BF9C1E354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Q: Why must we switch from UDP to TCP before adding TLS?</a:t>
          </a:r>
          <a:r>
            <a:rPr lang="en-US" dirty="0"/>
            <a:t> A: TLS requires a reliable, ordered byte stream as it is built on top of TCP. UDP does not provide delivery guarantees that TLS depends on</a:t>
          </a:r>
        </a:p>
      </dgm:t>
    </dgm:pt>
    <dgm:pt modelId="{69A62B8E-EDEA-4B8D-A7FD-84BC750EC1E8}" type="parTrans" cxnId="{F3249DBB-A7CB-4FF4-8B40-803C31CC26BE}">
      <dgm:prSet/>
      <dgm:spPr/>
      <dgm:t>
        <a:bodyPr/>
        <a:lstStyle/>
        <a:p>
          <a:endParaRPr lang="en-US"/>
        </a:p>
      </dgm:t>
    </dgm:pt>
    <dgm:pt modelId="{6FDA96FB-9DC5-44B0-9906-4F50137646E3}" type="sibTrans" cxnId="{F3249DBB-A7CB-4FF4-8B40-803C31CC26BE}">
      <dgm:prSet/>
      <dgm:spPr/>
      <dgm:t>
        <a:bodyPr/>
        <a:lstStyle/>
        <a:p>
          <a:endParaRPr lang="en-US"/>
        </a:p>
      </dgm:t>
    </dgm:pt>
    <dgm:pt modelId="{AA53675C-B392-41A6-8FC1-BCE5E9E1F7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Q: What does Wireshark show before vs. after encryption?</a:t>
          </a:r>
          <a:r>
            <a:rPr lang="en-US"/>
            <a:t> A: Before: plaintext IP packet contents visible in payload. After: only TLS record headers visible; application data is ciphertext</a:t>
          </a:r>
        </a:p>
      </dgm:t>
    </dgm:pt>
    <dgm:pt modelId="{DDA4A8E9-0D62-4942-B9E8-D2B1501B6ED9}" type="parTrans" cxnId="{FB2D405D-C0AF-473E-B0E6-AC32F9A070D4}">
      <dgm:prSet/>
      <dgm:spPr/>
      <dgm:t>
        <a:bodyPr/>
        <a:lstStyle/>
        <a:p>
          <a:endParaRPr lang="en-US"/>
        </a:p>
      </dgm:t>
    </dgm:pt>
    <dgm:pt modelId="{491036E6-D836-4DE4-BCB9-3E39B1D4F727}" type="sibTrans" cxnId="{FB2D405D-C0AF-473E-B0E6-AC32F9A070D4}">
      <dgm:prSet/>
      <dgm:spPr/>
      <dgm:t>
        <a:bodyPr/>
        <a:lstStyle/>
        <a:p>
          <a:endParaRPr lang="en-US"/>
        </a:p>
      </dgm:t>
    </dgm:pt>
    <dgm:pt modelId="{783D10C7-CF75-4AB3-ACAF-DF263BF71A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1" dirty="0"/>
            <a:t>Main takeaway</a:t>
          </a:r>
          <a:r>
            <a:rPr lang="en-US" i="1" dirty="0"/>
            <a:t>:</a:t>
          </a:r>
          <a:r>
            <a:rPr lang="en-US" dirty="0"/>
            <a:t> TLS transforms our raw tunnel into a cryptographically secure channel, providing both </a:t>
          </a:r>
          <a:r>
            <a:rPr lang="en-US" b="1" dirty="0"/>
            <a:t>confidentiality</a:t>
          </a:r>
          <a:r>
            <a:rPr lang="en-US" dirty="0"/>
            <a:t> (AES encryption) and </a:t>
          </a:r>
          <a:r>
            <a:rPr lang="en-US" b="1" dirty="0"/>
            <a:t>integrity</a:t>
          </a:r>
          <a:r>
            <a:rPr lang="en-US" dirty="0"/>
            <a:t> (MAC/AEAD), with minimal code changes using OpenSSL</a:t>
          </a:r>
        </a:p>
      </dgm:t>
    </dgm:pt>
    <dgm:pt modelId="{078D34E3-290A-4F08-AF35-FF30230CB88E}" type="parTrans" cxnId="{FF8B04C4-BDA2-4676-B09A-1A12A7B3B824}">
      <dgm:prSet/>
      <dgm:spPr/>
      <dgm:t>
        <a:bodyPr/>
        <a:lstStyle/>
        <a:p>
          <a:endParaRPr lang="en-US"/>
        </a:p>
      </dgm:t>
    </dgm:pt>
    <dgm:pt modelId="{37D292A5-4F90-4E9D-98CE-469645C0DFE6}" type="sibTrans" cxnId="{FF8B04C4-BDA2-4676-B09A-1A12A7B3B824}">
      <dgm:prSet/>
      <dgm:spPr/>
      <dgm:t>
        <a:bodyPr/>
        <a:lstStyle/>
        <a:p>
          <a:endParaRPr lang="en-US"/>
        </a:p>
      </dgm:t>
    </dgm:pt>
    <dgm:pt modelId="{8803C69F-DED2-424F-80DD-E10AFC03AD9E}" type="pres">
      <dgm:prSet presAssocID="{DA989FEB-E890-400F-83FF-00B67D628D6E}" presName="root" presStyleCnt="0">
        <dgm:presLayoutVars>
          <dgm:dir/>
          <dgm:resizeHandles val="exact"/>
        </dgm:presLayoutVars>
      </dgm:prSet>
      <dgm:spPr/>
    </dgm:pt>
    <dgm:pt modelId="{FBB5A137-DC79-4BF4-82B5-DCE8504D123A}" type="pres">
      <dgm:prSet presAssocID="{B5E82646-B14D-4561-9805-121C30FF2DA2}" presName="compNode" presStyleCnt="0"/>
      <dgm:spPr/>
    </dgm:pt>
    <dgm:pt modelId="{C8FA7C6B-FBA7-4665-B550-11A1C1A076EC}" type="pres">
      <dgm:prSet presAssocID="{B5E82646-B14D-4561-9805-121C30FF2DA2}" presName="bgRect" presStyleLbl="bgShp" presStyleIdx="0" presStyleCnt="3"/>
      <dgm:spPr/>
    </dgm:pt>
    <dgm:pt modelId="{F53438AB-8CFB-4DC1-8C0D-855F3CA3636C}" type="pres">
      <dgm:prSet presAssocID="{B5E82646-B14D-4561-9805-121C30FF2DA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94AFF50C-12F1-429F-ADED-C93D7F986D3E}" type="pres">
      <dgm:prSet presAssocID="{B5E82646-B14D-4561-9805-121C30FF2DA2}" presName="spaceRect" presStyleCnt="0"/>
      <dgm:spPr/>
    </dgm:pt>
    <dgm:pt modelId="{EC21AA07-A4AD-46F9-99C4-48EC7BE1D4CC}" type="pres">
      <dgm:prSet presAssocID="{B5E82646-B14D-4561-9805-121C30FF2DA2}" presName="parTx" presStyleLbl="revTx" presStyleIdx="0" presStyleCnt="5">
        <dgm:presLayoutVars>
          <dgm:chMax val="0"/>
          <dgm:chPref val="0"/>
        </dgm:presLayoutVars>
      </dgm:prSet>
      <dgm:spPr/>
    </dgm:pt>
    <dgm:pt modelId="{29670C81-DE94-4A6A-8A8B-8ED822A8A03A}" type="pres">
      <dgm:prSet presAssocID="{B5E82646-B14D-4561-9805-121C30FF2DA2}" presName="desTx" presStyleLbl="revTx" presStyleIdx="1" presStyleCnt="5">
        <dgm:presLayoutVars/>
      </dgm:prSet>
      <dgm:spPr/>
    </dgm:pt>
    <dgm:pt modelId="{702DDE6C-F60E-4051-AAEE-DA5396C6FB28}" type="pres">
      <dgm:prSet presAssocID="{CA3AD3D1-88F3-4A8B-9818-4EECDB5095EF}" presName="sibTrans" presStyleCnt="0"/>
      <dgm:spPr/>
    </dgm:pt>
    <dgm:pt modelId="{AA74F8D8-4053-4CA1-82C2-D8FECBE077C6}" type="pres">
      <dgm:prSet presAssocID="{212716F9-C382-4AF9-9AEE-936F1C811BE9}" presName="compNode" presStyleCnt="0"/>
      <dgm:spPr/>
    </dgm:pt>
    <dgm:pt modelId="{E2EFDDE6-2D7E-452D-980E-88AA374C6F44}" type="pres">
      <dgm:prSet presAssocID="{212716F9-C382-4AF9-9AEE-936F1C811BE9}" presName="bgRect" presStyleLbl="bgShp" presStyleIdx="1" presStyleCnt="3"/>
      <dgm:spPr/>
    </dgm:pt>
    <dgm:pt modelId="{0834F191-6829-4A59-B95C-742B3A1A724C}" type="pres">
      <dgm:prSet presAssocID="{212716F9-C382-4AF9-9AEE-936F1C811BE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8DDEAF34-54D7-4E70-9C8E-789F34A701AC}" type="pres">
      <dgm:prSet presAssocID="{212716F9-C382-4AF9-9AEE-936F1C811BE9}" presName="spaceRect" presStyleCnt="0"/>
      <dgm:spPr/>
    </dgm:pt>
    <dgm:pt modelId="{49E30A04-3E7E-4F66-8DBD-DA73EC625789}" type="pres">
      <dgm:prSet presAssocID="{212716F9-C382-4AF9-9AEE-936F1C811BE9}" presName="parTx" presStyleLbl="revTx" presStyleIdx="2" presStyleCnt="5">
        <dgm:presLayoutVars>
          <dgm:chMax val="0"/>
          <dgm:chPref val="0"/>
        </dgm:presLayoutVars>
      </dgm:prSet>
      <dgm:spPr/>
    </dgm:pt>
    <dgm:pt modelId="{C14C6E90-7BC8-491F-BF27-790364A04D59}" type="pres">
      <dgm:prSet presAssocID="{212716F9-C382-4AF9-9AEE-936F1C811BE9}" presName="desTx" presStyleLbl="revTx" presStyleIdx="3" presStyleCnt="5">
        <dgm:presLayoutVars/>
      </dgm:prSet>
      <dgm:spPr/>
    </dgm:pt>
    <dgm:pt modelId="{7FA28C51-DD9D-4111-B466-ABD5D22539AC}" type="pres">
      <dgm:prSet presAssocID="{ACF84BB0-59BD-4FDE-A299-35D1FAFAB7AF}" presName="sibTrans" presStyleCnt="0"/>
      <dgm:spPr/>
    </dgm:pt>
    <dgm:pt modelId="{9462D6DD-7C81-42B0-89DD-7E4A5511F36C}" type="pres">
      <dgm:prSet presAssocID="{783D10C7-CF75-4AB3-ACAF-DF263BF71A20}" presName="compNode" presStyleCnt="0"/>
      <dgm:spPr/>
    </dgm:pt>
    <dgm:pt modelId="{36F3BB48-46CD-4ED2-9BA9-E96F99862B23}" type="pres">
      <dgm:prSet presAssocID="{783D10C7-CF75-4AB3-ACAF-DF263BF71A20}" presName="bgRect" presStyleLbl="bgShp" presStyleIdx="2" presStyleCnt="3"/>
      <dgm:spPr/>
    </dgm:pt>
    <dgm:pt modelId="{3EB47D14-30C9-4508-96B1-8B772C0D5809}" type="pres">
      <dgm:prSet presAssocID="{783D10C7-CF75-4AB3-ACAF-DF263BF71A2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6042FE6E-23B9-4D17-8D47-5F6E60B2D9A2}" type="pres">
      <dgm:prSet presAssocID="{783D10C7-CF75-4AB3-ACAF-DF263BF71A20}" presName="spaceRect" presStyleCnt="0"/>
      <dgm:spPr/>
    </dgm:pt>
    <dgm:pt modelId="{C5BDA1C3-05BF-48A0-946A-DABEFF2DD0B0}" type="pres">
      <dgm:prSet presAssocID="{783D10C7-CF75-4AB3-ACAF-DF263BF71A2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C526700-9F0B-4DBE-9356-77E338D130E8}" type="presOf" srcId="{B5E82646-B14D-4561-9805-121C30FF2DA2}" destId="{EC21AA07-A4AD-46F9-99C4-48EC7BE1D4CC}" srcOrd="0" destOrd="0" presId="urn:microsoft.com/office/officeart/2018/2/layout/IconVerticalSolidList"/>
    <dgm:cxn modelId="{8A994129-CD5D-49B7-BEFB-ED89F3215389}" type="presOf" srcId="{DA989FEB-E890-400F-83FF-00B67D628D6E}" destId="{8803C69F-DED2-424F-80DD-E10AFC03AD9E}" srcOrd="0" destOrd="0" presId="urn:microsoft.com/office/officeart/2018/2/layout/IconVerticalSolidList"/>
    <dgm:cxn modelId="{FB2D405D-C0AF-473E-B0E6-AC32F9A070D4}" srcId="{212716F9-C382-4AF9-9AEE-936F1C811BE9}" destId="{AA53675C-B392-41A6-8FC1-BCE5E9E1F73D}" srcOrd="1" destOrd="0" parTransId="{DDA4A8E9-0D62-4942-B9E8-D2B1501B6ED9}" sibTransId="{491036E6-D836-4DE4-BCB9-3E39B1D4F727}"/>
    <dgm:cxn modelId="{94B4D05E-CC74-44CA-84D1-E6814E248116}" type="presOf" srcId="{F8D3A374-05E1-4EC3-B4F8-5BF9C1E3546F}" destId="{C14C6E90-7BC8-491F-BF27-790364A04D59}" srcOrd="0" destOrd="0" presId="urn:microsoft.com/office/officeart/2018/2/layout/IconVerticalSolidList"/>
    <dgm:cxn modelId="{58603066-DC62-4668-B701-E1C31C56BA7C}" srcId="{B5E82646-B14D-4561-9805-121C30FF2DA2}" destId="{140D030A-7CFB-4061-BB73-4AA7693F6582}" srcOrd="1" destOrd="0" parTransId="{E07368FF-A765-494B-89A8-F2AD08CE4E2D}" sibTransId="{BDFAAE75-A380-4692-8DFA-2676EEB70128}"/>
    <dgm:cxn modelId="{5D21F346-6A89-4125-8881-251D09173C89}" type="presOf" srcId="{212716F9-C382-4AF9-9AEE-936F1C811BE9}" destId="{49E30A04-3E7E-4F66-8DBD-DA73EC625789}" srcOrd="0" destOrd="0" presId="urn:microsoft.com/office/officeart/2018/2/layout/IconVerticalSolidList"/>
    <dgm:cxn modelId="{285BAC68-FE0E-42E3-8AB1-025D9CFF8889}" type="presOf" srcId="{140D030A-7CFB-4061-BB73-4AA7693F6582}" destId="{29670C81-DE94-4A6A-8A8B-8ED822A8A03A}" srcOrd="0" destOrd="1" presId="urn:microsoft.com/office/officeart/2018/2/layout/IconVerticalSolidList"/>
    <dgm:cxn modelId="{B93CD46B-888D-4734-9871-738B38477BA3}" type="presOf" srcId="{AA53675C-B392-41A6-8FC1-BCE5E9E1F73D}" destId="{C14C6E90-7BC8-491F-BF27-790364A04D59}" srcOrd="0" destOrd="1" presId="urn:microsoft.com/office/officeart/2018/2/layout/IconVerticalSolidList"/>
    <dgm:cxn modelId="{E09D1552-347A-4895-8973-3C62FEF79C82}" srcId="{DA989FEB-E890-400F-83FF-00B67D628D6E}" destId="{B5E82646-B14D-4561-9805-121C30FF2DA2}" srcOrd="0" destOrd="0" parTransId="{E311089C-1288-476A-860E-EF3F25A9ED4F}" sibTransId="{CA3AD3D1-88F3-4A8B-9818-4EECDB5095EF}"/>
    <dgm:cxn modelId="{8DBECA53-6377-40F3-8F18-3F451DC5A6C4}" type="presOf" srcId="{C8A5086F-6E62-4494-9D2D-E687B6AD8000}" destId="{29670C81-DE94-4A6A-8A8B-8ED822A8A03A}" srcOrd="0" destOrd="2" presId="urn:microsoft.com/office/officeart/2018/2/layout/IconVerticalSolidList"/>
    <dgm:cxn modelId="{26298D8C-E214-466C-93AD-AFA2408D82A0}" srcId="{DA989FEB-E890-400F-83FF-00B67D628D6E}" destId="{212716F9-C382-4AF9-9AEE-936F1C811BE9}" srcOrd="1" destOrd="0" parTransId="{22AE5787-0B6E-4BCA-8FE1-454A479A0751}" sibTransId="{ACF84BB0-59BD-4FDE-A299-35D1FAFAB7AF}"/>
    <dgm:cxn modelId="{F3249DBB-A7CB-4FF4-8B40-803C31CC26BE}" srcId="{212716F9-C382-4AF9-9AEE-936F1C811BE9}" destId="{F8D3A374-05E1-4EC3-B4F8-5BF9C1E3546F}" srcOrd="0" destOrd="0" parTransId="{69A62B8E-EDEA-4B8D-A7FD-84BC750EC1E8}" sibTransId="{6FDA96FB-9DC5-44B0-9906-4F50137646E3}"/>
    <dgm:cxn modelId="{FF8B04C4-BDA2-4676-B09A-1A12A7B3B824}" srcId="{DA989FEB-E890-400F-83FF-00B67D628D6E}" destId="{783D10C7-CF75-4AB3-ACAF-DF263BF71A20}" srcOrd="2" destOrd="0" parTransId="{078D34E3-290A-4F08-AF35-FF30230CB88E}" sibTransId="{37D292A5-4F90-4E9D-98CE-469645C0DFE6}"/>
    <dgm:cxn modelId="{67621BC6-D36A-439B-BFD3-8EC3412C6830}" type="presOf" srcId="{783D10C7-CF75-4AB3-ACAF-DF263BF71A20}" destId="{C5BDA1C3-05BF-48A0-946A-DABEFF2DD0B0}" srcOrd="0" destOrd="0" presId="urn:microsoft.com/office/officeart/2018/2/layout/IconVerticalSolidList"/>
    <dgm:cxn modelId="{950876D3-DD44-476C-A40A-1F306426D36A}" type="presOf" srcId="{A3626581-9A8D-468D-B72D-33FCC3DC829D}" destId="{29670C81-DE94-4A6A-8A8B-8ED822A8A03A}" srcOrd="0" destOrd="0" presId="urn:microsoft.com/office/officeart/2018/2/layout/IconVerticalSolidList"/>
    <dgm:cxn modelId="{87BA3AD5-49EB-4204-8584-7EF60FAC30FE}" srcId="{B5E82646-B14D-4561-9805-121C30FF2DA2}" destId="{A3626581-9A8D-468D-B72D-33FCC3DC829D}" srcOrd="0" destOrd="0" parTransId="{2A9B459D-7169-42C5-8D91-6EE2C96C2A01}" sibTransId="{ED4294CB-AEFD-4F8B-BA48-D51F4D97F7F2}"/>
    <dgm:cxn modelId="{051763DA-3CDE-4D92-BF34-4F79C5B17EF4}" srcId="{B5E82646-B14D-4561-9805-121C30FF2DA2}" destId="{C8A5086F-6E62-4494-9D2D-E687B6AD8000}" srcOrd="2" destOrd="0" parTransId="{21D5F230-08AD-4C6C-BC85-D3641BE32818}" sibTransId="{C3E9A41A-492D-4879-870B-B6701F6F2E0C}"/>
    <dgm:cxn modelId="{CF7BD6A3-D602-4500-A7D9-F4F9BB7FEA87}" type="presParOf" srcId="{8803C69F-DED2-424F-80DD-E10AFC03AD9E}" destId="{FBB5A137-DC79-4BF4-82B5-DCE8504D123A}" srcOrd="0" destOrd="0" presId="urn:microsoft.com/office/officeart/2018/2/layout/IconVerticalSolidList"/>
    <dgm:cxn modelId="{6A23B51C-D0AF-4E97-9EFB-67101B629991}" type="presParOf" srcId="{FBB5A137-DC79-4BF4-82B5-DCE8504D123A}" destId="{C8FA7C6B-FBA7-4665-B550-11A1C1A076EC}" srcOrd="0" destOrd="0" presId="urn:microsoft.com/office/officeart/2018/2/layout/IconVerticalSolidList"/>
    <dgm:cxn modelId="{CDE1F0B8-45A7-4146-85CA-C1959A0EC47A}" type="presParOf" srcId="{FBB5A137-DC79-4BF4-82B5-DCE8504D123A}" destId="{F53438AB-8CFB-4DC1-8C0D-855F3CA3636C}" srcOrd="1" destOrd="0" presId="urn:microsoft.com/office/officeart/2018/2/layout/IconVerticalSolidList"/>
    <dgm:cxn modelId="{E4EF105B-1C21-440A-BAB3-F54AEB087E8A}" type="presParOf" srcId="{FBB5A137-DC79-4BF4-82B5-DCE8504D123A}" destId="{94AFF50C-12F1-429F-ADED-C93D7F986D3E}" srcOrd="2" destOrd="0" presId="urn:microsoft.com/office/officeart/2018/2/layout/IconVerticalSolidList"/>
    <dgm:cxn modelId="{789C04F9-EC22-4D80-BB93-E7E7B4BE72D1}" type="presParOf" srcId="{FBB5A137-DC79-4BF4-82B5-DCE8504D123A}" destId="{EC21AA07-A4AD-46F9-99C4-48EC7BE1D4CC}" srcOrd="3" destOrd="0" presId="urn:microsoft.com/office/officeart/2018/2/layout/IconVerticalSolidList"/>
    <dgm:cxn modelId="{6DD14504-57CE-4D35-ADBF-6E06E4266A76}" type="presParOf" srcId="{FBB5A137-DC79-4BF4-82B5-DCE8504D123A}" destId="{29670C81-DE94-4A6A-8A8B-8ED822A8A03A}" srcOrd="4" destOrd="0" presId="urn:microsoft.com/office/officeart/2018/2/layout/IconVerticalSolidList"/>
    <dgm:cxn modelId="{51A56C30-B974-4A22-B3B5-B536D218B8DD}" type="presParOf" srcId="{8803C69F-DED2-424F-80DD-E10AFC03AD9E}" destId="{702DDE6C-F60E-4051-AAEE-DA5396C6FB28}" srcOrd="1" destOrd="0" presId="urn:microsoft.com/office/officeart/2018/2/layout/IconVerticalSolidList"/>
    <dgm:cxn modelId="{DF9D48E7-964C-4558-BAF0-C813336700A8}" type="presParOf" srcId="{8803C69F-DED2-424F-80DD-E10AFC03AD9E}" destId="{AA74F8D8-4053-4CA1-82C2-D8FECBE077C6}" srcOrd="2" destOrd="0" presId="urn:microsoft.com/office/officeart/2018/2/layout/IconVerticalSolidList"/>
    <dgm:cxn modelId="{429798EC-764A-4AFD-8CFC-05FC925EB57B}" type="presParOf" srcId="{AA74F8D8-4053-4CA1-82C2-D8FECBE077C6}" destId="{E2EFDDE6-2D7E-452D-980E-88AA374C6F44}" srcOrd="0" destOrd="0" presId="urn:microsoft.com/office/officeart/2018/2/layout/IconVerticalSolidList"/>
    <dgm:cxn modelId="{A63A8D8D-99AE-48F4-BEFD-C4360A1074F6}" type="presParOf" srcId="{AA74F8D8-4053-4CA1-82C2-D8FECBE077C6}" destId="{0834F191-6829-4A59-B95C-742B3A1A724C}" srcOrd="1" destOrd="0" presId="urn:microsoft.com/office/officeart/2018/2/layout/IconVerticalSolidList"/>
    <dgm:cxn modelId="{72A0AC5C-69C9-4A2D-ABF1-A1370C785589}" type="presParOf" srcId="{AA74F8D8-4053-4CA1-82C2-D8FECBE077C6}" destId="{8DDEAF34-54D7-4E70-9C8E-789F34A701AC}" srcOrd="2" destOrd="0" presId="urn:microsoft.com/office/officeart/2018/2/layout/IconVerticalSolidList"/>
    <dgm:cxn modelId="{7D26A4E1-BA29-480C-997E-4E9C9B06E673}" type="presParOf" srcId="{AA74F8D8-4053-4CA1-82C2-D8FECBE077C6}" destId="{49E30A04-3E7E-4F66-8DBD-DA73EC625789}" srcOrd="3" destOrd="0" presId="urn:microsoft.com/office/officeart/2018/2/layout/IconVerticalSolidList"/>
    <dgm:cxn modelId="{04311890-4C1E-4636-B9EB-9956D9CBD561}" type="presParOf" srcId="{AA74F8D8-4053-4CA1-82C2-D8FECBE077C6}" destId="{C14C6E90-7BC8-491F-BF27-790364A04D59}" srcOrd="4" destOrd="0" presId="urn:microsoft.com/office/officeart/2018/2/layout/IconVerticalSolidList"/>
    <dgm:cxn modelId="{65C5C227-FE5F-491D-BFCD-D37796C18A99}" type="presParOf" srcId="{8803C69F-DED2-424F-80DD-E10AFC03AD9E}" destId="{7FA28C51-DD9D-4111-B466-ABD5D22539AC}" srcOrd="3" destOrd="0" presId="urn:microsoft.com/office/officeart/2018/2/layout/IconVerticalSolidList"/>
    <dgm:cxn modelId="{55581B8A-9C84-47AC-B103-BAB251F32A38}" type="presParOf" srcId="{8803C69F-DED2-424F-80DD-E10AFC03AD9E}" destId="{9462D6DD-7C81-42B0-89DD-7E4A5511F36C}" srcOrd="4" destOrd="0" presId="urn:microsoft.com/office/officeart/2018/2/layout/IconVerticalSolidList"/>
    <dgm:cxn modelId="{9E40CE6F-3B1F-4C1D-98F2-FA2BA7FF8DA8}" type="presParOf" srcId="{9462D6DD-7C81-42B0-89DD-7E4A5511F36C}" destId="{36F3BB48-46CD-4ED2-9BA9-E96F99862B23}" srcOrd="0" destOrd="0" presId="urn:microsoft.com/office/officeart/2018/2/layout/IconVerticalSolidList"/>
    <dgm:cxn modelId="{F3184406-0019-4DAF-9A64-1362717FE5BB}" type="presParOf" srcId="{9462D6DD-7C81-42B0-89DD-7E4A5511F36C}" destId="{3EB47D14-30C9-4508-96B1-8B772C0D5809}" srcOrd="1" destOrd="0" presId="urn:microsoft.com/office/officeart/2018/2/layout/IconVerticalSolidList"/>
    <dgm:cxn modelId="{4FE5CC6D-1E80-4389-9598-D9E97F560B54}" type="presParOf" srcId="{9462D6DD-7C81-42B0-89DD-7E4A5511F36C}" destId="{6042FE6E-23B9-4D17-8D47-5F6E60B2D9A2}" srcOrd="2" destOrd="0" presId="urn:microsoft.com/office/officeart/2018/2/layout/IconVerticalSolidList"/>
    <dgm:cxn modelId="{F2207BFF-F61A-4A6B-90A1-FEEDDA5543E7}" type="presParOf" srcId="{9462D6DD-7C81-42B0-89DD-7E4A5511F36C}" destId="{C5BDA1C3-05BF-48A0-946A-DABEFF2DD0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552852F-46AA-4769-A0FA-6B62FCFAC4E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5A8D6B4-4BA9-4A0F-B2C5-43EB813833BD}">
      <dgm:prSet/>
      <dgm:spPr/>
      <dgm:t>
        <a:bodyPr/>
        <a:lstStyle/>
        <a:p>
          <a:r>
            <a:rPr lang="en-US" b="0" i="0" baseline="0" dirty="0"/>
            <a:t>Implemented </a:t>
          </a:r>
          <a:r>
            <a:rPr lang="en-US" b="0" i="0" baseline="0" dirty="0" err="1"/>
            <a:t>miniVPN</a:t>
          </a:r>
          <a:r>
            <a:rPr lang="en-US" b="0" i="0" baseline="0" dirty="0"/>
            <a:t>: a functional TLS/SSL VPN from scratch in C, covering the full stack from virtual network interfaces to PKI-based authentication </a:t>
          </a:r>
          <a:endParaRPr lang="en-US" dirty="0"/>
        </a:p>
      </dgm:t>
    </dgm:pt>
    <dgm:pt modelId="{77762BCE-FBD6-418C-A9B7-6EC2E6B67C28}" type="parTrans" cxnId="{8F7B822D-E601-44E6-9502-3AFC9B21D59B}">
      <dgm:prSet/>
      <dgm:spPr/>
      <dgm:t>
        <a:bodyPr/>
        <a:lstStyle/>
        <a:p>
          <a:endParaRPr lang="en-US"/>
        </a:p>
      </dgm:t>
    </dgm:pt>
    <dgm:pt modelId="{8F8073C9-6CD2-4D50-94C9-DF18C5E74A70}" type="sibTrans" cxnId="{8F7B822D-E601-44E6-9502-3AFC9B21D59B}">
      <dgm:prSet/>
      <dgm:spPr/>
      <dgm:t>
        <a:bodyPr/>
        <a:lstStyle/>
        <a:p>
          <a:endParaRPr lang="en-US"/>
        </a:p>
      </dgm:t>
    </dgm:pt>
    <dgm:pt modelId="{E7B3BDD7-8396-4CB7-9FE4-8A637FC4B8CB}">
      <dgm:prSet/>
      <dgm:spPr/>
      <dgm:t>
        <a:bodyPr/>
        <a:lstStyle/>
        <a:p>
          <a:r>
            <a:rPr lang="en-US" b="0" i="0" baseline="0"/>
            <a:t>Task 1: Three-VM topology simulating real-world internet + private network separation </a:t>
          </a:r>
          <a:endParaRPr lang="en-US"/>
        </a:p>
      </dgm:t>
    </dgm:pt>
    <dgm:pt modelId="{E3A3147F-724A-46FA-9E77-EC841F6F30C5}" type="parTrans" cxnId="{27DD9049-B5AE-438D-B903-69B605103FE9}">
      <dgm:prSet/>
      <dgm:spPr/>
      <dgm:t>
        <a:bodyPr/>
        <a:lstStyle/>
        <a:p>
          <a:endParaRPr lang="en-US"/>
        </a:p>
      </dgm:t>
    </dgm:pt>
    <dgm:pt modelId="{91E279B4-679F-4FC7-BA27-9322F98CCE99}" type="sibTrans" cxnId="{27DD9049-B5AE-438D-B903-69B605103FE9}">
      <dgm:prSet/>
      <dgm:spPr/>
      <dgm:t>
        <a:bodyPr/>
        <a:lstStyle/>
        <a:p>
          <a:endParaRPr lang="en-US"/>
        </a:p>
      </dgm:t>
    </dgm:pt>
    <dgm:pt modelId="{CC25825C-662A-4908-9B92-2653E041DF90}">
      <dgm:prSet/>
      <dgm:spPr/>
      <dgm:t>
        <a:bodyPr/>
        <a:lstStyle/>
        <a:p>
          <a:r>
            <a:rPr lang="en-US" b="0" i="0" baseline="0"/>
            <a:t>Task 2: IP tunneling via TUN/TAP with correct routing </a:t>
          </a:r>
          <a:endParaRPr lang="en-US"/>
        </a:p>
      </dgm:t>
    </dgm:pt>
    <dgm:pt modelId="{BE2009A9-D9CF-44F6-B9A4-ECF320D5CAE8}" type="parTrans" cxnId="{D834C9BD-C959-4E37-BADA-5448A66241CF}">
      <dgm:prSet/>
      <dgm:spPr/>
      <dgm:t>
        <a:bodyPr/>
        <a:lstStyle/>
        <a:p>
          <a:endParaRPr lang="en-US"/>
        </a:p>
      </dgm:t>
    </dgm:pt>
    <dgm:pt modelId="{972A97E0-91D0-444D-9330-7ECE42E99161}" type="sibTrans" cxnId="{D834C9BD-C959-4E37-BADA-5448A66241CF}">
      <dgm:prSet/>
      <dgm:spPr/>
      <dgm:t>
        <a:bodyPr/>
        <a:lstStyle/>
        <a:p>
          <a:endParaRPr lang="en-US"/>
        </a:p>
      </dgm:t>
    </dgm:pt>
    <dgm:pt modelId="{630E40A4-48D0-456A-82E4-8C0A7DAC089E}">
      <dgm:prSet/>
      <dgm:spPr/>
      <dgm:t>
        <a:bodyPr/>
        <a:lstStyle/>
        <a:p>
          <a:r>
            <a:rPr lang="en-US" b="0" i="0" baseline="0"/>
            <a:t>Task 3: Cryptographic tunnel security via TLS over TCP </a:t>
          </a:r>
          <a:endParaRPr lang="en-US"/>
        </a:p>
      </dgm:t>
    </dgm:pt>
    <dgm:pt modelId="{D5C8D574-21A4-406C-A468-17BE7D5F5CA1}" type="parTrans" cxnId="{7E3C4991-A862-44DF-8BEE-1A74AF187AA9}">
      <dgm:prSet/>
      <dgm:spPr/>
      <dgm:t>
        <a:bodyPr/>
        <a:lstStyle/>
        <a:p>
          <a:endParaRPr lang="en-US"/>
        </a:p>
      </dgm:t>
    </dgm:pt>
    <dgm:pt modelId="{3776F023-D679-4B04-A1D0-DAC93E819935}" type="sibTrans" cxnId="{7E3C4991-A862-44DF-8BEE-1A74AF187AA9}">
      <dgm:prSet/>
      <dgm:spPr/>
      <dgm:t>
        <a:bodyPr/>
        <a:lstStyle/>
        <a:p>
          <a:endParaRPr lang="en-US"/>
        </a:p>
      </dgm:t>
    </dgm:pt>
    <dgm:pt modelId="{E5C337E6-CAB5-4870-B730-2A314787AAC2}">
      <dgm:prSet/>
      <dgm:spPr/>
      <dgm:t>
        <a:bodyPr/>
        <a:lstStyle/>
        <a:p>
          <a:r>
            <a:rPr lang="en-US" b="0" i="0" baseline="0"/>
            <a:t>Task 4: Server authentication using X.509 certificates and hostname verification </a:t>
          </a:r>
          <a:endParaRPr lang="en-US"/>
        </a:p>
      </dgm:t>
    </dgm:pt>
    <dgm:pt modelId="{98BF857C-64C2-49C7-9C77-D80E5B860C77}" type="parTrans" cxnId="{22A8E6A0-24AE-4B32-BC4C-C1BB80156A3C}">
      <dgm:prSet/>
      <dgm:spPr/>
      <dgm:t>
        <a:bodyPr/>
        <a:lstStyle/>
        <a:p>
          <a:endParaRPr lang="en-US"/>
        </a:p>
      </dgm:t>
    </dgm:pt>
    <dgm:pt modelId="{12E4AB05-511E-4D99-8069-87DC04078198}" type="sibTrans" cxnId="{22A8E6A0-24AE-4B32-BC4C-C1BB80156A3C}">
      <dgm:prSet/>
      <dgm:spPr/>
      <dgm:t>
        <a:bodyPr/>
        <a:lstStyle/>
        <a:p>
          <a:endParaRPr lang="en-US"/>
        </a:p>
      </dgm:t>
    </dgm:pt>
    <dgm:pt modelId="{C6ACF0FF-14C4-42F5-8B19-6F00C74FB844}">
      <dgm:prSet/>
      <dgm:spPr/>
      <dgm:t>
        <a:bodyPr/>
        <a:lstStyle/>
        <a:p>
          <a:r>
            <a:rPr lang="en-US" b="0" i="0" baseline="0"/>
            <a:t>Task 5: User authentication via Linux shadow file, transmitted securely inside the tunnel </a:t>
          </a:r>
          <a:endParaRPr lang="en-US"/>
        </a:p>
      </dgm:t>
    </dgm:pt>
    <dgm:pt modelId="{853A36AE-AF1E-44A3-90E6-04BA98E32534}" type="parTrans" cxnId="{740CF605-695D-44ED-AC5A-67247BE7D7BB}">
      <dgm:prSet/>
      <dgm:spPr/>
      <dgm:t>
        <a:bodyPr/>
        <a:lstStyle/>
        <a:p>
          <a:endParaRPr lang="en-US"/>
        </a:p>
      </dgm:t>
    </dgm:pt>
    <dgm:pt modelId="{3FC320BE-2A7C-4D38-8CE8-C49B619450F9}" type="sibTrans" cxnId="{740CF605-695D-44ED-AC5A-67247BE7D7BB}">
      <dgm:prSet/>
      <dgm:spPr/>
      <dgm:t>
        <a:bodyPr/>
        <a:lstStyle/>
        <a:p>
          <a:endParaRPr lang="en-US"/>
        </a:p>
      </dgm:t>
    </dgm:pt>
    <dgm:pt modelId="{18814092-668A-4B43-B18F-6580F886A2B4}">
      <dgm:prSet/>
      <dgm:spPr/>
      <dgm:t>
        <a:bodyPr/>
        <a:lstStyle/>
        <a:p>
          <a:r>
            <a:rPr lang="en-US" b="0" i="0" baseline="0"/>
            <a:t>Task 6: Multi-client concurrency using fork, pipes, and select</a:t>
          </a:r>
          <a:endParaRPr lang="en-US"/>
        </a:p>
      </dgm:t>
    </dgm:pt>
    <dgm:pt modelId="{3BF42661-CCB1-410A-805C-E9D8E88A72BD}" type="parTrans" cxnId="{FE26E92A-D0D1-4FE5-9F88-9AB8AF3F83D5}">
      <dgm:prSet/>
      <dgm:spPr/>
      <dgm:t>
        <a:bodyPr/>
        <a:lstStyle/>
        <a:p>
          <a:endParaRPr lang="en-US"/>
        </a:p>
      </dgm:t>
    </dgm:pt>
    <dgm:pt modelId="{64DD044A-7CA0-4EB9-B220-EF5640735D91}" type="sibTrans" cxnId="{FE26E92A-D0D1-4FE5-9F88-9AB8AF3F83D5}">
      <dgm:prSet/>
      <dgm:spPr/>
      <dgm:t>
        <a:bodyPr/>
        <a:lstStyle/>
        <a:p>
          <a:endParaRPr lang="en-US"/>
        </a:p>
      </dgm:t>
    </dgm:pt>
    <dgm:pt modelId="{3120B6F0-F266-4010-9BE8-C681D57138A0}" type="pres">
      <dgm:prSet presAssocID="{E552852F-46AA-4769-A0FA-6B62FCFAC4E1}" presName="root" presStyleCnt="0">
        <dgm:presLayoutVars>
          <dgm:dir/>
          <dgm:resizeHandles val="exact"/>
        </dgm:presLayoutVars>
      </dgm:prSet>
      <dgm:spPr/>
    </dgm:pt>
    <dgm:pt modelId="{48F4999A-A10E-4A9F-B7CD-2C3D5677499D}" type="pres">
      <dgm:prSet presAssocID="{35A8D6B4-4BA9-4A0F-B2C5-43EB813833BD}" presName="compNode" presStyleCnt="0"/>
      <dgm:spPr/>
    </dgm:pt>
    <dgm:pt modelId="{D0E0B95B-C62E-43E7-895F-22FC7B84CB1E}" type="pres">
      <dgm:prSet presAssocID="{35A8D6B4-4BA9-4A0F-B2C5-43EB813833BD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C23EEBD9-13B9-4FA5-A783-8A218C9E5F4D}" type="pres">
      <dgm:prSet presAssocID="{35A8D6B4-4BA9-4A0F-B2C5-43EB813833BD}" presName="spaceRect" presStyleCnt="0"/>
      <dgm:spPr/>
    </dgm:pt>
    <dgm:pt modelId="{F4ECCF59-8C79-4811-BA8F-B0D28DCA9685}" type="pres">
      <dgm:prSet presAssocID="{35A8D6B4-4BA9-4A0F-B2C5-43EB813833BD}" presName="textRect" presStyleLbl="revTx" presStyleIdx="0" presStyleCnt="7">
        <dgm:presLayoutVars>
          <dgm:chMax val="1"/>
          <dgm:chPref val="1"/>
        </dgm:presLayoutVars>
      </dgm:prSet>
      <dgm:spPr/>
    </dgm:pt>
    <dgm:pt modelId="{C2E848A1-CB3C-42F4-8DF9-D7AD60B98B2F}" type="pres">
      <dgm:prSet presAssocID="{8F8073C9-6CD2-4D50-94C9-DF18C5E74A70}" presName="sibTrans" presStyleCnt="0"/>
      <dgm:spPr/>
    </dgm:pt>
    <dgm:pt modelId="{5D250246-A239-458E-999B-F6325FC3F556}" type="pres">
      <dgm:prSet presAssocID="{E7B3BDD7-8396-4CB7-9FE4-8A637FC4B8CB}" presName="compNode" presStyleCnt="0"/>
      <dgm:spPr/>
    </dgm:pt>
    <dgm:pt modelId="{942B1F66-30A9-4923-BECF-D738055D8318}" type="pres">
      <dgm:prSet presAssocID="{E7B3BDD7-8396-4CB7-9FE4-8A637FC4B8CB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BB7FBA1-431D-44F2-BED0-DDBDF7DB451F}" type="pres">
      <dgm:prSet presAssocID="{E7B3BDD7-8396-4CB7-9FE4-8A637FC4B8CB}" presName="spaceRect" presStyleCnt="0"/>
      <dgm:spPr/>
    </dgm:pt>
    <dgm:pt modelId="{A198FC79-2AF8-47C9-AD36-9DA6BE05A038}" type="pres">
      <dgm:prSet presAssocID="{E7B3BDD7-8396-4CB7-9FE4-8A637FC4B8CB}" presName="textRect" presStyleLbl="revTx" presStyleIdx="1" presStyleCnt="7">
        <dgm:presLayoutVars>
          <dgm:chMax val="1"/>
          <dgm:chPref val="1"/>
        </dgm:presLayoutVars>
      </dgm:prSet>
      <dgm:spPr/>
    </dgm:pt>
    <dgm:pt modelId="{1F1D7011-20C0-43CA-A8F3-6F194A8ABC51}" type="pres">
      <dgm:prSet presAssocID="{91E279B4-679F-4FC7-BA27-9322F98CCE99}" presName="sibTrans" presStyleCnt="0"/>
      <dgm:spPr/>
    </dgm:pt>
    <dgm:pt modelId="{80FEB741-F779-4797-8F5D-D0BD954FB115}" type="pres">
      <dgm:prSet presAssocID="{CC25825C-662A-4908-9B92-2653E041DF90}" presName="compNode" presStyleCnt="0"/>
      <dgm:spPr/>
    </dgm:pt>
    <dgm:pt modelId="{F0B03396-5BB9-4067-BA09-389CD4FA0EFA}" type="pres">
      <dgm:prSet presAssocID="{CC25825C-662A-4908-9B92-2653E041DF90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FF31D6FB-1CCA-4385-9D1E-DBCD3CA52F39}" type="pres">
      <dgm:prSet presAssocID="{CC25825C-662A-4908-9B92-2653E041DF90}" presName="spaceRect" presStyleCnt="0"/>
      <dgm:spPr/>
    </dgm:pt>
    <dgm:pt modelId="{A558196D-EB1F-4228-8321-C9179670FD81}" type="pres">
      <dgm:prSet presAssocID="{CC25825C-662A-4908-9B92-2653E041DF90}" presName="textRect" presStyleLbl="revTx" presStyleIdx="2" presStyleCnt="7">
        <dgm:presLayoutVars>
          <dgm:chMax val="1"/>
          <dgm:chPref val="1"/>
        </dgm:presLayoutVars>
      </dgm:prSet>
      <dgm:spPr/>
    </dgm:pt>
    <dgm:pt modelId="{4D04443D-D82B-4CD2-982D-BB866920A4DE}" type="pres">
      <dgm:prSet presAssocID="{972A97E0-91D0-444D-9330-7ECE42E99161}" presName="sibTrans" presStyleCnt="0"/>
      <dgm:spPr/>
    </dgm:pt>
    <dgm:pt modelId="{FB7FE522-8522-4B2B-9284-0C110D9413E3}" type="pres">
      <dgm:prSet presAssocID="{630E40A4-48D0-456A-82E4-8C0A7DAC089E}" presName="compNode" presStyleCnt="0"/>
      <dgm:spPr/>
    </dgm:pt>
    <dgm:pt modelId="{26646BC2-E796-4A93-BB51-F483639C1417}" type="pres">
      <dgm:prSet presAssocID="{630E40A4-48D0-456A-82E4-8C0A7DAC089E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7B7CBEF5-5FA7-4F49-BE5C-8DBDF8FFB755}" type="pres">
      <dgm:prSet presAssocID="{630E40A4-48D0-456A-82E4-8C0A7DAC089E}" presName="spaceRect" presStyleCnt="0"/>
      <dgm:spPr/>
    </dgm:pt>
    <dgm:pt modelId="{9AD13C0F-7D76-4B49-954E-356E9A20BB6E}" type="pres">
      <dgm:prSet presAssocID="{630E40A4-48D0-456A-82E4-8C0A7DAC089E}" presName="textRect" presStyleLbl="revTx" presStyleIdx="3" presStyleCnt="7">
        <dgm:presLayoutVars>
          <dgm:chMax val="1"/>
          <dgm:chPref val="1"/>
        </dgm:presLayoutVars>
      </dgm:prSet>
      <dgm:spPr/>
    </dgm:pt>
    <dgm:pt modelId="{B93F5491-50AF-44AD-A386-D4C10A1F6ABD}" type="pres">
      <dgm:prSet presAssocID="{3776F023-D679-4B04-A1D0-DAC93E819935}" presName="sibTrans" presStyleCnt="0"/>
      <dgm:spPr/>
    </dgm:pt>
    <dgm:pt modelId="{864A6624-4694-4DFD-B84C-77C7B946419B}" type="pres">
      <dgm:prSet presAssocID="{E5C337E6-CAB5-4870-B730-2A314787AAC2}" presName="compNode" presStyleCnt="0"/>
      <dgm:spPr/>
    </dgm:pt>
    <dgm:pt modelId="{FE712D48-7248-41E8-AFD7-36AC57D5EBB4}" type="pres">
      <dgm:prSet presAssocID="{E5C337E6-CAB5-4870-B730-2A314787AAC2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62A132CB-DCC8-456B-8DB0-9474719E5521}" type="pres">
      <dgm:prSet presAssocID="{E5C337E6-CAB5-4870-B730-2A314787AAC2}" presName="spaceRect" presStyleCnt="0"/>
      <dgm:spPr/>
    </dgm:pt>
    <dgm:pt modelId="{EFC44273-F742-41C1-B8A2-BDA63757B524}" type="pres">
      <dgm:prSet presAssocID="{E5C337E6-CAB5-4870-B730-2A314787AAC2}" presName="textRect" presStyleLbl="revTx" presStyleIdx="4" presStyleCnt="7">
        <dgm:presLayoutVars>
          <dgm:chMax val="1"/>
          <dgm:chPref val="1"/>
        </dgm:presLayoutVars>
      </dgm:prSet>
      <dgm:spPr/>
    </dgm:pt>
    <dgm:pt modelId="{53865798-DA69-4BD0-89DE-99BE28A98791}" type="pres">
      <dgm:prSet presAssocID="{12E4AB05-511E-4D99-8069-87DC04078198}" presName="sibTrans" presStyleCnt="0"/>
      <dgm:spPr/>
    </dgm:pt>
    <dgm:pt modelId="{C9B70657-437C-4A8B-90B8-AC246A9851BE}" type="pres">
      <dgm:prSet presAssocID="{C6ACF0FF-14C4-42F5-8B19-6F00C74FB844}" presName="compNode" presStyleCnt="0"/>
      <dgm:spPr/>
    </dgm:pt>
    <dgm:pt modelId="{ADAA9729-B221-48F9-80AF-DE042A551A3C}" type="pres">
      <dgm:prSet presAssocID="{C6ACF0FF-14C4-42F5-8B19-6F00C74FB844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652E58F-1867-4CD0-9DCD-BB8F307E4843}" type="pres">
      <dgm:prSet presAssocID="{C6ACF0FF-14C4-42F5-8B19-6F00C74FB844}" presName="spaceRect" presStyleCnt="0"/>
      <dgm:spPr/>
    </dgm:pt>
    <dgm:pt modelId="{CE74285D-FC11-413F-8E40-D26B3FBF309C}" type="pres">
      <dgm:prSet presAssocID="{C6ACF0FF-14C4-42F5-8B19-6F00C74FB844}" presName="textRect" presStyleLbl="revTx" presStyleIdx="5" presStyleCnt="7">
        <dgm:presLayoutVars>
          <dgm:chMax val="1"/>
          <dgm:chPref val="1"/>
        </dgm:presLayoutVars>
      </dgm:prSet>
      <dgm:spPr/>
    </dgm:pt>
    <dgm:pt modelId="{F865864F-47FB-47D1-9B85-0B01B0E5114D}" type="pres">
      <dgm:prSet presAssocID="{3FC320BE-2A7C-4D38-8CE8-C49B619450F9}" presName="sibTrans" presStyleCnt="0"/>
      <dgm:spPr/>
    </dgm:pt>
    <dgm:pt modelId="{12BB0441-B4A1-4281-9CCD-80E3DF7A3FBB}" type="pres">
      <dgm:prSet presAssocID="{18814092-668A-4B43-B18F-6580F886A2B4}" presName="compNode" presStyleCnt="0"/>
      <dgm:spPr/>
    </dgm:pt>
    <dgm:pt modelId="{F32D5E93-C59E-48BF-95B5-62D415C67C72}" type="pres">
      <dgm:prSet presAssocID="{18814092-668A-4B43-B18F-6580F886A2B4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 Setting"/>
        </a:ext>
      </dgm:extLst>
    </dgm:pt>
    <dgm:pt modelId="{9CFC1A1A-31A5-4D77-BB8D-3C15F5270306}" type="pres">
      <dgm:prSet presAssocID="{18814092-668A-4B43-B18F-6580F886A2B4}" presName="spaceRect" presStyleCnt="0"/>
      <dgm:spPr/>
    </dgm:pt>
    <dgm:pt modelId="{BFC5A9D6-13A0-47BB-AE09-E30FE63442C5}" type="pres">
      <dgm:prSet presAssocID="{18814092-668A-4B43-B18F-6580F886A2B4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740CF605-695D-44ED-AC5A-67247BE7D7BB}" srcId="{E552852F-46AA-4769-A0FA-6B62FCFAC4E1}" destId="{C6ACF0FF-14C4-42F5-8B19-6F00C74FB844}" srcOrd="5" destOrd="0" parTransId="{853A36AE-AF1E-44A3-90E6-04BA98E32534}" sibTransId="{3FC320BE-2A7C-4D38-8CE8-C49B619450F9}"/>
    <dgm:cxn modelId="{A576B916-73E5-44C2-A12E-9E57C942B5FE}" type="presOf" srcId="{630E40A4-48D0-456A-82E4-8C0A7DAC089E}" destId="{9AD13C0F-7D76-4B49-954E-356E9A20BB6E}" srcOrd="0" destOrd="0" presId="urn:microsoft.com/office/officeart/2018/2/layout/IconLabelList"/>
    <dgm:cxn modelId="{FE26E92A-D0D1-4FE5-9F88-9AB8AF3F83D5}" srcId="{E552852F-46AA-4769-A0FA-6B62FCFAC4E1}" destId="{18814092-668A-4B43-B18F-6580F886A2B4}" srcOrd="6" destOrd="0" parTransId="{3BF42661-CCB1-410A-805C-E9D8E88A72BD}" sibTransId="{64DD044A-7CA0-4EB9-B220-EF5640735D91}"/>
    <dgm:cxn modelId="{8F7B822D-E601-44E6-9502-3AFC9B21D59B}" srcId="{E552852F-46AA-4769-A0FA-6B62FCFAC4E1}" destId="{35A8D6B4-4BA9-4A0F-B2C5-43EB813833BD}" srcOrd="0" destOrd="0" parTransId="{77762BCE-FBD6-418C-A9B7-6EC2E6B67C28}" sibTransId="{8F8073C9-6CD2-4D50-94C9-DF18C5E74A70}"/>
    <dgm:cxn modelId="{24BE1B31-D452-4F7F-8B9D-E8F0136F88A0}" type="presOf" srcId="{18814092-668A-4B43-B18F-6580F886A2B4}" destId="{BFC5A9D6-13A0-47BB-AE09-E30FE63442C5}" srcOrd="0" destOrd="0" presId="urn:microsoft.com/office/officeart/2018/2/layout/IconLabelList"/>
    <dgm:cxn modelId="{6D4A1C35-9E46-49FE-887B-2404CC0252BB}" type="presOf" srcId="{C6ACF0FF-14C4-42F5-8B19-6F00C74FB844}" destId="{CE74285D-FC11-413F-8E40-D26B3FBF309C}" srcOrd="0" destOrd="0" presId="urn:microsoft.com/office/officeart/2018/2/layout/IconLabelList"/>
    <dgm:cxn modelId="{5757EC68-8CA5-411E-AF3A-22B6A518465F}" type="presOf" srcId="{CC25825C-662A-4908-9B92-2653E041DF90}" destId="{A558196D-EB1F-4228-8321-C9179670FD81}" srcOrd="0" destOrd="0" presId="urn:microsoft.com/office/officeart/2018/2/layout/IconLabelList"/>
    <dgm:cxn modelId="{27DD9049-B5AE-438D-B903-69B605103FE9}" srcId="{E552852F-46AA-4769-A0FA-6B62FCFAC4E1}" destId="{E7B3BDD7-8396-4CB7-9FE4-8A637FC4B8CB}" srcOrd="1" destOrd="0" parTransId="{E3A3147F-724A-46FA-9E77-EC841F6F30C5}" sibTransId="{91E279B4-679F-4FC7-BA27-9322F98CCE99}"/>
    <dgm:cxn modelId="{7E3C4991-A862-44DF-8BEE-1A74AF187AA9}" srcId="{E552852F-46AA-4769-A0FA-6B62FCFAC4E1}" destId="{630E40A4-48D0-456A-82E4-8C0A7DAC089E}" srcOrd="3" destOrd="0" parTransId="{D5C8D574-21A4-406C-A468-17BE7D5F5CA1}" sibTransId="{3776F023-D679-4B04-A1D0-DAC93E819935}"/>
    <dgm:cxn modelId="{22A8E6A0-24AE-4B32-BC4C-C1BB80156A3C}" srcId="{E552852F-46AA-4769-A0FA-6B62FCFAC4E1}" destId="{E5C337E6-CAB5-4870-B730-2A314787AAC2}" srcOrd="4" destOrd="0" parTransId="{98BF857C-64C2-49C7-9C77-D80E5B860C77}" sibTransId="{12E4AB05-511E-4D99-8069-87DC04078198}"/>
    <dgm:cxn modelId="{15C2E6A7-EDBE-450E-A032-F385669DFBF1}" type="presOf" srcId="{E5C337E6-CAB5-4870-B730-2A314787AAC2}" destId="{EFC44273-F742-41C1-B8A2-BDA63757B524}" srcOrd="0" destOrd="0" presId="urn:microsoft.com/office/officeart/2018/2/layout/IconLabelList"/>
    <dgm:cxn modelId="{8BD19BB2-7416-447B-9DBC-D3C6B029AABB}" type="presOf" srcId="{E7B3BDD7-8396-4CB7-9FE4-8A637FC4B8CB}" destId="{A198FC79-2AF8-47C9-AD36-9DA6BE05A038}" srcOrd="0" destOrd="0" presId="urn:microsoft.com/office/officeart/2018/2/layout/IconLabelList"/>
    <dgm:cxn modelId="{D834C9BD-C959-4E37-BADA-5448A66241CF}" srcId="{E552852F-46AA-4769-A0FA-6B62FCFAC4E1}" destId="{CC25825C-662A-4908-9B92-2653E041DF90}" srcOrd="2" destOrd="0" parTransId="{BE2009A9-D9CF-44F6-B9A4-ECF320D5CAE8}" sibTransId="{972A97E0-91D0-444D-9330-7ECE42E99161}"/>
    <dgm:cxn modelId="{2FFBF4CE-888B-448E-99A3-BA75C6A95BC7}" type="presOf" srcId="{35A8D6B4-4BA9-4A0F-B2C5-43EB813833BD}" destId="{F4ECCF59-8C79-4811-BA8F-B0D28DCA9685}" srcOrd="0" destOrd="0" presId="urn:microsoft.com/office/officeart/2018/2/layout/IconLabelList"/>
    <dgm:cxn modelId="{28BB20F7-60F4-4217-AD04-7CE88D07ECCA}" type="presOf" srcId="{E552852F-46AA-4769-A0FA-6B62FCFAC4E1}" destId="{3120B6F0-F266-4010-9BE8-C681D57138A0}" srcOrd="0" destOrd="0" presId="urn:microsoft.com/office/officeart/2018/2/layout/IconLabelList"/>
    <dgm:cxn modelId="{8F2DF3D1-434C-4584-95DC-3C56A3F99BB2}" type="presParOf" srcId="{3120B6F0-F266-4010-9BE8-C681D57138A0}" destId="{48F4999A-A10E-4A9F-B7CD-2C3D5677499D}" srcOrd="0" destOrd="0" presId="urn:microsoft.com/office/officeart/2018/2/layout/IconLabelList"/>
    <dgm:cxn modelId="{369545EB-78FE-4246-A172-C6D56AC7B8D0}" type="presParOf" srcId="{48F4999A-A10E-4A9F-B7CD-2C3D5677499D}" destId="{D0E0B95B-C62E-43E7-895F-22FC7B84CB1E}" srcOrd="0" destOrd="0" presId="urn:microsoft.com/office/officeart/2018/2/layout/IconLabelList"/>
    <dgm:cxn modelId="{3AC407CF-23A0-49C4-8C86-2788C40C7C25}" type="presParOf" srcId="{48F4999A-A10E-4A9F-B7CD-2C3D5677499D}" destId="{C23EEBD9-13B9-4FA5-A783-8A218C9E5F4D}" srcOrd="1" destOrd="0" presId="urn:microsoft.com/office/officeart/2018/2/layout/IconLabelList"/>
    <dgm:cxn modelId="{88EC09EB-C4DD-4603-A44E-0D5AB41F1F83}" type="presParOf" srcId="{48F4999A-A10E-4A9F-B7CD-2C3D5677499D}" destId="{F4ECCF59-8C79-4811-BA8F-B0D28DCA9685}" srcOrd="2" destOrd="0" presId="urn:microsoft.com/office/officeart/2018/2/layout/IconLabelList"/>
    <dgm:cxn modelId="{E1E8848E-DEEA-47F7-8F4B-DDDDAC9C90A0}" type="presParOf" srcId="{3120B6F0-F266-4010-9BE8-C681D57138A0}" destId="{C2E848A1-CB3C-42F4-8DF9-D7AD60B98B2F}" srcOrd="1" destOrd="0" presId="urn:microsoft.com/office/officeart/2018/2/layout/IconLabelList"/>
    <dgm:cxn modelId="{27D59D09-42A7-465A-AE1A-E92E4517002A}" type="presParOf" srcId="{3120B6F0-F266-4010-9BE8-C681D57138A0}" destId="{5D250246-A239-458E-999B-F6325FC3F556}" srcOrd="2" destOrd="0" presId="urn:microsoft.com/office/officeart/2018/2/layout/IconLabelList"/>
    <dgm:cxn modelId="{A9EAFF5C-1B33-4D75-B3F1-9FAC5EA93FB0}" type="presParOf" srcId="{5D250246-A239-458E-999B-F6325FC3F556}" destId="{942B1F66-30A9-4923-BECF-D738055D8318}" srcOrd="0" destOrd="0" presId="urn:microsoft.com/office/officeart/2018/2/layout/IconLabelList"/>
    <dgm:cxn modelId="{63AF44AD-0D0B-4FD8-AA41-7D04412FC8BD}" type="presParOf" srcId="{5D250246-A239-458E-999B-F6325FC3F556}" destId="{FBB7FBA1-431D-44F2-BED0-DDBDF7DB451F}" srcOrd="1" destOrd="0" presId="urn:microsoft.com/office/officeart/2018/2/layout/IconLabelList"/>
    <dgm:cxn modelId="{B1697A16-1912-4D68-BA11-E5245DCBC5E1}" type="presParOf" srcId="{5D250246-A239-458E-999B-F6325FC3F556}" destId="{A198FC79-2AF8-47C9-AD36-9DA6BE05A038}" srcOrd="2" destOrd="0" presId="urn:microsoft.com/office/officeart/2018/2/layout/IconLabelList"/>
    <dgm:cxn modelId="{F7751539-0987-4B6E-B89D-850D3269DB49}" type="presParOf" srcId="{3120B6F0-F266-4010-9BE8-C681D57138A0}" destId="{1F1D7011-20C0-43CA-A8F3-6F194A8ABC51}" srcOrd="3" destOrd="0" presId="urn:microsoft.com/office/officeart/2018/2/layout/IconLabelList"/>
    <dgm:cxn modelId="{3A350E4D-238D-4338-8296-946F635A9571}" type="presParOf" srcId="{3120B6F0-F266-4010-9BE8-C681D57138A0}" destId="{80FEB741-F779-4797-8F5D-D0BD954FB115}" srcOrd="4" destOrd="0" presId="urn:microsoft.com/office/officeart/2018/2/layout/IconLabelList"/>
    <dgm:cxn modelId="{80A1A024-17CD-41B2-A6E0-9F5A66D11971}" type="presParOf" srcId="{80FEB741-F779-4797-8F5D-D0BD954FB115}" destId="{F0B03396-5BB9-4067-BA09-389CD4FA0EFA}" srcOrd="0" destOrd="0" presId="urn:microsoft.com/office/officeart/2018/2/layout/IconLabelList"/>
    <dgm:cxn modelId="{85F5EF05-446E-4675-954A-2B4FB202D645}" type="presParOf" srcId="{80FEB741-F779-4797-8F5D-D0BD954FB115}" destId="{FF31D6FB-1CCA-4385-9D1E-DBCD3CA52F39}" srcOrd="1" destOrd="0" presId="urn:microsoft.com/office/officeart/2018/2/layout/IconLabelList"/>
    <dgm:cxn modelId="{FF5899D8-EF8C-4D6E-8EFE-2B21C48FEE01}" type="presParOf" srcId="{80FEB741-F779-4797-8F5D-D0BD954FB115}" destId="{A558196D-EB1F-4228-8321-C9179670FD81}" srcOrd="2" destOrd="0" presId="urn:microsoft.com/office/officeart/2018/2/layout/IconLabelList"/>
    <dgm:cxn modelId="{4FBEA37B-23C2-402E-919B-FACEDDC028D9}" type="presParOf" srcId="{3120B6F0-F266-4010-9BE8-C681D57138A0}" destId="{4D04443D-D82B-4CD2-982D-BB866920A4DE}" srcOrd="5" destOrd="0" presId="urn:microsoft.com/office/officeart/2018/2/layout/IconLabelList"/>
    <dgm:cxn modelId="{045DE1C5-80B2-474F-A8E0-06191587CC5A}" type="presParOf" srcId="{3120B6F0-F266-4010-9BE8-C681D57138A0}" destId="{FB7FE522-8522-4B2B-9284-0C110D9413E3}" srcOrd="6" destOrd="0" presId="urn:microsoft.com/office/officeart/2018/2/layout/IconLabelList"/>
    <dgm:cxn modelId="{C4CA55EF-8F44-4A3B-ACBC-F8F168FC1D7F}" type="presParOf" srcId="{FB7FE522-8522-4B2B-9284-0C110D9413E3}" destId="{26646BC2-E796-4A93-BB51-F483639C1417}" srcOrd="0" destOrd="0" presId="urn:microsoft.com/office/officeart/2018/2/layout/IconLabelList"/>
    <dgm:cxn modelId="{F222F675-7960-49E1-B6DF-A0969777817C}" type="presParOf" srcId="{FB7FE522-8522-4B2B-9284-0C110D9413E3}" destId="{7B7CBEF5-5FA7-4F49-BE5C-8DBDF8FFB755}" srcOrd="1" destOrd="0" presId="urn:microsoft.com/office/officeart/2018/2/layout/IconLabelList"/>
    <dgm:cxn modelId="{78A6B358-D89A-40C0-9B98-F715862F969D}" type="presParOf" srcId="{FB7FE522-8522-4B2B-9284-0C110D9413E3}" destId="{9AD13C0F-7D76-4B49-954E-356E9A20BB6E}" srcOrd="2" destOrd="0" presId="urn:microsoft.com/office/officeart/2018/2/layout/IconLabelList"/>
    <dgm:cxn modelId="{15463508-EAB9-449D-ADFB-791C17834D8F}" type="presParOf" srcId="{3120B6F0-F266-4010-9BE8-C681D57138A0}" destId="{B93F5491-50AF-44AD-A386-D4C10A1F6ABD}" srcOrd="7" destOrd="0" presId="urn:microsoft.com/office/officeart/2018/2/layout/IconLabelList"/>
    <dgm:cxn modelId="{72EC3818-63F3-4B47-B342-3AF932B425E9}" type="presParOf" srcId="{3120B6F0-F266-4010-9BE8-C681D57138A0}" destId="{864A6624-4694-4DFD-B84C-77C7B946419B}" srcOrd="8" destOrd="0" presId="urn:microsoft.com/office/officeart/2018/2/layout/IconLabelList"/>
    <dgm:cxn modelId="{F6B7477E-5C9B-414D-9BBE-0197DA8E0ABE}" type="presParOf" srcId="{864A6624-4694-4DFD-B84C-77C7B946419B}" destId="{FE712D48-7248-41E8-AFD7-36AC57D5EBB4}" srcOrd="0" destOrd="0" presId="urn:microsoft.com/office/officeart/2018/2/layout/IconLabelList"/>
    <dgm:cxn modelId="{1D5033E7-9890-45BB-AC8B-2BBFCAE7B7D9}" type="presParOf" srcId="{864A6624-4694-4DFD-B84C-77C7B946419B}" destId="{62A132CB-DCC8-456B-8DB0-9474719E5521}" srcOrd="1" destOrd="0" presId="urn:microsoft.com/office/officeart/2018/2/layout/IconLabelList"/>
    <dgm:cxn modelId="{CBE2DBAE-A464-467D-8AEB-34AF6F8E66C8}" type="presParOf" srcId="{864A6624-4694-4DFD-B84C-77C7B946419B}" destId="{EFC44273-F742-41C1-B8A2-BDA63757B524}" srcOrd="2" destOrd="0" presId="urn:microsoft.com/office/officeart/2018/2/layout/IconLabelList"/>
    <dgm:cxn modelId="{4D9D6E5B-4A23-4495-84E5-BB05F83BA6B8}" type="presParOf" srcId="{3120B6F0-F266-4010-9BE8-C681D57138A0}" destId="{53865798-DA69-4BD0-89DE-99BE28A98791}" srcOrd="9" destOrd="0" presId="urn:microsoft.com/office/officeart/2018/2/layout/IconLabelList"/>
    <dgm:cxn modelId="{B8BFC1A7-18BB-4135-91C5-FBE22A858F79}" type="presParOf" srcId="{3120B6F0-F266-4010-9BE8-C681D57138A0}" destId="{C9B70657-437C-4A8B-90B8-AC246A9851BE}" srcOrd="10" destOrd="0" presId="urn:microsoft.com/office/officeart/2018/2/layout/IconLabelList"/>
    <dgm:cxn modelId="{4D2B1C7E-AF98-43B8-85E7-5451AD556A99}" type="presParOf" srcId="{C9B70657-437C-4A8B-90B8-AC246A9851BE}" destId="{ADAA9729-B221-48F9-80AF-DE042A551A3C}" srcOrd="0" destOrd="0" presId="urn:microsoft.com/office/officeart/2018/2/layout/IconLabelList"/>
    <dgm:cxn modelId="{D6EB34A7-7FF5-448C-A2B3-D534B7341CDA}" type="presParOf" srcId="{C9B70657-437C-4A8B-90B8-AC246A9851BE}" destId="{3652E58F-1867-4CD0-9DCD-BB8F307E4843}" srcOrd="1" destOrd="0" presId="urn:microsoft.com/office/officeart/2018/2/layout/IconLabelList"/>
    <dgm:cxn modelId="{B9654A0C-8C73-42F9-94C9-9CF76E4D6FCF}" type="presParOf" srcId="{C9B70657-437C-4A8B-90B8-AC246A9851BE}" destId="{CE74285D-FC11-413F-8E40-D26B3FBF309C}" srcOrd="2" destOrd="0" presId="urn:microsoft.com/office/officeart/2018/2/layout/IconLabelList"/>
    <dgm:cxn modelId="{2042A8FA-614D-4943-97F6-C75B8FA2C1C7}" type="presParOf" srcId="{3120B6F0-F266-4010-9BE8-C681D57138A0}" destId="{F865864F-47FB-47D1-9B85-0B01B0E5114D}" srcOrd="11" destOrd="0" presId="urn:microsoft.com/office/officeart/2018/2/layout/IconLabelList"/>
    <dgm:cxn modelId="{0C1AE49F-F0C9-4534-9B28-311F0BA55B34}" type="presParOf" srcId="{3120B6F0-F266-4010-9BE8-C681D57138A0}" destId="{12BB0441-B4A1-4281-9CCD-80E3DF7A3FBB}" srcOrd="12" destOrd="0" presId="urn:microsoft.com/office/officeart/2018/2/layout/IconLabelList"/>
    <dgm:cxn modelId="{4E20BF80-7257-4ADD-9EE1-B5E805FF7C66}" type="presParOf" srcId="{12BB0441-B4A1-4281-9CCD-80E3DF7A3FBB}" destId="{F32D5E93-C59E-48BF-95B5-62D415C67C72}" srcOrd="0" destOrd="0" presId="urn:microsoft.com/office/officeart/2018/2/layout/IconLabelList"/>
    <dgm:cxn modelId="{A47ED464-93DD-4579-A2C9-F8EEF2E1ECB4}" type="presParOf" srcId="{12BB0441-B4A1-4281-9CCD-80E3DF7A3FBB}" destId="{9CFC1A1A-31A5-4D77-BB8D-3C15F5270306}" srcOrd="1" destOrd="0" presId="urn:microsoft.com/office/officeart/2018/2/layout/IconLabelList"/>
    <dgm:cxn modelId="{CD732EA9-113B-4708-959C-F6DF86CBD7C2}" type="presParOf" srcId="{12BB0441-B4A1-4281-9CCD-80E3DF7A3FBB}" destId="{BFC5A9D6-13A0-47BB-AE09-E30FE63442C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63B29BA-A45B-4880-9B30-F566EE3844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66BE40A-EB7B-4801-AC7E-02124428DF83}">
      <dgm:prSet/>
      <dgm:spPr/>
      <dgm:t>
        <a:bodyPr/>
        <a:lstStyle/>
        <a:p>
          <a:r>
            <a:rPr lang="en-US" b="1" i="0" baseline="0"/>
            <a:t>Problem stated:</a:t>
          </a:r>
          <a:r>
            <a:rPr lang="en-US" b="0" i="0" baseline="0"/>
            <a:t> IP traffic across untrusted networks (Layer 3) has no inherent confidentiality, integrity, or authentication </a:t>
          </a:r>
          <a:endParaRPr lang="en-US"/>
        </a:p>
      </dgm:t>
    </dgm:pt>
    <dgm:pt modelId="{11298010-C2CA-448F-A84F-4EB477C34BA1}" type="parTrans" cxnId="{635FA01C-45ED-48D0-AF3A-8CD50D46E698}">
      <dgm:prSet/>
      <dgm:spPr/>
      <dgm:t>
        <a:bodyPr/>
        <a:lstStyle/>
        <a:p>
          <a:endParaRPr lang="en-US"/>
        </a:p>
      </dgm:t>
    </dgm:pt>
    <dgm:pt modelId="{D3C5F88D-7758-4AAA-B9AC-E1945B983989}" type="sibTrans" cxnId="{635FA01C-45ED-48D0-AF3A-8CD50D46E698}">
      <dgm:prSet/>
      <dgm:spPr/>
      <dgm:t>
        <a:bodyPr/>
        <a:lstStyle/>
        <a:p>
          <a:endParaRPr lang="en-US"/>
        </a:p>
      </dgm:t>
    </dgm:pt>
    <dgm:pt modelId="{E841F95D-E51E-47B4-B7A9-8E5A9E4C5C6B}">
      <dgm:prSet/>
      <dgm:spPr/>
      <dgm:t>
        <a:bodyPr/>
        <a:lstStyle/>
        <a:p>
          <a:r>
            <a:rPr lang="en-US" b="1" i="0" baseline="0"/>
            <a:t>Solution demonstrated:</a:t>
          </a:r>
          <a:r>
            <a:rPr lang="en-US" b="0" i="0" baseline="0"/>
            <a:t> TLS/SSL VPN wraps Layer 3 packets inside an encrypted Layer 4/5 session, providing: </a:t>
          </a:r>
          <a:endParaRPr lang="en-US"/>
        </a:p>
      </dgm:t>
    </dgm:pt>
    <dgm:pt modelId="{3CD50536-0869-42AA-BA48-E2874FECA44F}" type="parTrans" cxnId="{5F2B09D3-2A74-4EA9-A29A-A22710C7B3C3}">
      <dgm:prSet/>
      <dgm:spPr/>
      <dgm:t>
        <a:bodyPr/>
        <a:lstStyle/>
        <a:p>
          <a:endParaRPr lang="en-US"/>
        </a:p>
      </dgm:t>
    </dgm:pt>
    <dgm:pt modelId="{A313405B-EF4E-4AB4-B68F-314133A2611B}" type="sibTrans" cxnId="{5F2B09D3-2A74-4EA9-A29A-A22710C7B3C3}">
      <dgm:prSet/>
      <dgm:spPr/>
      <dgm:t>
        <a:bodyPr/>
        <a:lstStyle/>
        <a:p>
          <a:endParaRPr lang="en-US"/>
        </a:p>
      </dgm:t>
    </dgm:pt>
    <dgm:pt modelId="{BEAB644E-CA60-4439-8A37-C558467F9126}">
      <dgm:prSet/>
      <dgm:spPr/>
      <dgm:t>
        <a:bodyPr/>
        <a:lstStyle/>
        <a:p>
          <a:r>
            <a:rPr lang="en-US" b="1" i="0" baseline="0" dirty="0"/>
            <a:t>Confidentiality: </a:t>
          </a:r>
          <a:r>
            <a:rPr lang="en-US" b="0" i="0" baseline="0" dirty="0"/>
            <a:t>AES encryption hides payload content </a:t>
          </a:r>
          <a:endParaRPr lang="en-US" dirty="0"/>
        </a:p>
      </dgm:t>
    </dgm:pt>
    <dgm:pt modelId="{13831CA0-2E97-424F-93E9-5C735B8A3A32}" type="parTrans" cxnId="{5D72A023-8569-4347-9E75-21DE69363A05}">
      <dgm:prSet/>
      <dgm:spPr/>
      <dgm:t>
        <a:bodyPr/>
        <a:lstStyle/>
        <a:p>
          <a:endParaRPr lang="en-US"/>
        </a:p>
      </dgm:t>
    </dgm:pt>
    <dgm:pt modelId="{B854046C-DE37-45BC-8D8C-DB5A10301781}" type="sibTrans" cxnId="{5D72A023-8569-4347-9E75-21DE69363A05}">
      <dgm:prSet/>
      <dgm:spPr/>
      <dgm:t>
        <a:bodyPr/>
        <a:lstStyle/>
        <a:p>
          <a:endParaRPr lang="en-US"/>
        </a:p>
      </dgm:t>
    </dgm:pt>
    <dgm:pt modelId="{CE920CA7-0DCB-45A4-BE0F-DD2CB996CB5D}">
      <dgm:prSet/>
      <dgm:spPr/>
      <dgm:t>
        <a:bodyPr/>
        <a:lstStyle/>
        <a:p>
          <a:r>
            <a:rPr lang="en-US" b="1" i="0" baseline="0" dirty="0"/>
            <a:t>Integrity: </a:t>
          </a:r>
          <a:r>
            <a:rPr lang="en-US" b="0" i="0" baseline="0" dirty="0"/>
            <a:t>AEAD/MAC prevents undetected tampering </a:t>
          </a:r>
          <a:endParaRPr lang="en-US" dirty="0"/>
        </a:p>
      </dgm:t>
    </dgm:pt>
    <dgm:pt modelId="{0518E710-5876-4E4A-9A8B-B7167DF4BD69}" type="parTrans" cxnId="{9EF94351-10A6-4F0B-9D3A-DDF78D1431C1}">
      <dgm:prSet/>
      <dgm:spPr/>
      <dgm:t>
        <a:bodyPr/>
        <a:lstStyle/>
        <a:p>
          <a:endParaRPr lang="en-US"/>
        </a:p>
      </dgm:t>
    </dgm:pt>
    <dgm:pt modelId="{530D6EF2-50B4-4DD5-961D-19DF6BC0B687}" type="sibTrans" cxnId="{9EF94351-10A6-4F0B-9D3A-DDF78D1431C1}">
      <dgm:prSet/>
      <dgm:spPr/>
      <dgm:t>
        <a:bodyPr/>
        <a:lstStyle/>
        <a:p>
          <a:endParaRPr lang="en-US"/>
        </a:p>
      </dgm:t>
    </dgm:pt>
    <dgm:pt modelId="{33E153F8-B9BB-4574-8892-8AF5BAEA20D4}">
      <dgm:prSet/>
      <dgm:spPr/>
      <dgm:t>
        <a:bodyPr/>
        <a:lstStyle/>
        <a:p>
          <a:r>
            <a:rPr lang="en-US" b="1" i="0" baseline="0" dirty="0"/>
            <a:t>Authentication: </a:t>
          </a:r>
          <a:r>
            <a:rPr lang="en-US" b="0" i="0" baseline="0" dirty="0"/>
            <a:t>PKI verifies server identity; password/shadow verifies user identity </a:t>
          </a:r>
          <a:endParaRPr lang="en-US" dirty="0"/>
        </a:p>
      </dgm:t>
    </dgm:pt>
    <dgm:pt modelId="{C4781E31-969C-4C86-A852-0F03EBADD470}" type="parTrans" cxnId="{3A289761-EE06-4F30-8BE9-BAE177B73E35}">
      <dgm:prSet/>
      <dgm:spPr/>
      <dgm:t>
        <a:bodyPr/>
        <a:lstStyle/>
        <a:p>
          <a:endParaRPr lang="en-US"/>
        </a:p>
      </dgm:t>
    </dgm:pt>
    <dgm:pt modelId="{168B92CC-9ECF-4191-9363-AE7536A58A75}" type="sibTrans" cxnId="{3A289761-EE06-4F30-8BE9-BAE177B73E35}">
      <dgm:prSet/>
      <dgm:spPr/>
      <dgm:t>
        <a:bodyPr/>
        <a:lstStyle/>
        <a:p>
          <a:endParaRPr lang="en-US"/>
        </a:p>
      </dgm:t>
    </dgm:pt>
    <dgm:pt modelId="{4E579C8B-1499-4DB2-9879-C91D50B3EA4C}">
      <dgm:prSet/>
      <dgm:spPr/>
      <dgm:t>
        <a:bodyPr/>
        <a:lstStyle/>
        <a:p>
          <a:r>
            <a:rPr lang="en-US" b="0" i="0" baseline="0"/>
            <a:t>The result: Host U can communicate with Host V as if on the same private network, with all traffic cryptographically protected end-to-end across a simulated untrusted internet</a:t>
          </a:r>
          <a:endParaRPr lang="en-US"/>
        </a:p>
      </dgm:t>
    </dgm:pt>
    <dgm:pt modelId="{1EE55CD9-90E3-4F8D-AA5A-179B565B0070}" type="parTrans" cxnId="{D34C2494-95A9-4775-9AF1-07DC46B8293D}">
      <dgm:prSet/>
      <dgm:spPr/>
      <dgm:t>
        <a:bodyPr/>
        <a:lstStyle/>
        <a:p>
          <a:endParaRPr lang="en-US"/>
        </a:p>
      </dgm:t>
    </dgm:pt>
    <dgm:pt modelId="{6865F05B-FB1E-4FBE-82A5-3C952A15AB1F}" type="sibTrans" cxnId="{D34C2494-95A9-4775-9AF1-07DC46B8293D}">
      <dgm:prSet/>
      <dgm:spPr/>
      <dgm:t>
        <a:bodyPr/>
        <a:lstStyle/>
        <a:p>
          <a:endParaRPr lang="en-US"/>
        </a:p>
      </dgm:t>
    </dgm:pt>
    <dgm:pt modelId="{B3C00EEB-3291-4B07-ABAE-E4C740280018}" type="pres">
      <dgm:prSet presAssocID="{163B29BA-A45B-4880-9B30-F566EE38442B}" presName="root" presStyleCnt="0">
        <dgm:presLayoutVars>
          <dgm:dir/>
          <dgm:resizeHandles val="exact"/>
        </dgm:presLayoutVars>
      </dgm:prSet>
      <dgm:spPr/>
    </dgm:pt>
    <dgm:pt modelId="{95A1F910-451E-426F-A3E8-35581C78FE65}" type="pres">
      <dgm:prSet presAssocID="{E66BE40A-EB7B-4801-AC7E-02124428DF83}" presName="compNode" presStyleCnt="0"/>
      <dgm:spPr/>
    </dgm:pt>
    <dgm:pt modelId="{E631116F-751B-4380-81E6-01425E4FE71D}" type="pres">
      <dgm:prSet presAssocID="{E66BE40A-EB7B-4801-AC7E-02124428DF83}" presName="bgRect" presStyleLbl="bgShp" presStyleIdx="0" presStyleCnt="3"/>
      <dgm:spPr/>
    </dgm:pt>
    <dgm:pt modelId="{2159020A-A569-4BF0-A278-62F18B543E1C}" type="pres">
      <dgm:prSet presAssocID="{E66BE40A-EB7B-4801-AC7E-02124428DF8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28C2CEC0-F3FE-41C6-81FB-0437C4333009}" type="pres">
      <dgm:prSet presAssocID="{E66BE40A-EB7B-4801-AC7E-02124428DF83}" presName="spaceRect" presStyleCnt="0"/>
      <dgm:spPr/>
    </dgm:pt>
    <dgm:pt modelId="{ED86341F-D5E0-4522-B43A-F10A8FE0E2D7}" type="pres">
      <dgm:prSet presAssocID="{E66BE40A-EB7B-4801-AC7E-02124428DF83}" presName="parTx" presStyleLbl="revTx" presStyleIdx="0" presStyleCnt="4">
        <dgm:presLayoutVars>
          <dgm:chMax val="0"/>
          <dgm:chPref val="0"/>
        </dgm:presLayoutVars>
      </dgm:prSet>
      <dgm:spPr/>
    </dgm:pt>
    <dgm:pt modelId="{D65F9F08-33BA-483B-AE9B-E9A1DDC01345}" type="pres">
      <dgm:prSet presAssocID="{D3C5F88D-7758-4AAA-B9AC-E1945B983989}" presName="sibTrans" presStyleCnt="0"/>
      <dgm:spPr/>
    </dgm:pt>
    <dgm:pt modelId="{D573FFA3-15CB-4A71-B44A-913CC034648D}" type="pres">
      <dgm:prSet presAssocID="{E841F95D-E51E-47B4-B7A9-8E5A9E4C5C6B}" presName="compNode" presStyleCnt="0"/>
      <dgm:spPr/>
    </dgm:pt>
    <dgm:pt modelId="{8D05F0DB-DEAC-4E57-91CA-6DF8E36A8D16}" type="pres">
      <dgm:prSet presAssocID="{E841F95D-E51E-47B4-B7A9-8E5A9E4C5C6B}" presName="bgRect" presStyleLbl="bgShp" presStyleIdx="1" presStyleCnt="3"/>
      <dgm:spPr/>
    </dgm:pt>
    <dgm:pt modelId="{2D72A214-014E-45F7-BAC5-FDB9B1A2FC1C}" type="pres">
      <dgm:prSet presAssocID="{E841F95D-E51E-47B4-B7A9-8E5A9E4C5C6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D36B3012-DA32-4917-A8C1-323C7107069C}" type="pres">
      <dgm:prSet presAssocID="{E841F95D-E51E-47B4-B7A9-8E5A9E4C5C6B}" presName="spaceRect" presStyleCnt="0"/>
      <dgm:spPr/>
    </dgm:pt>
    <dgm:pt modelId="{C27922B5-532A-47A4-9322-0ABD9E5C69AA}" type="pres">
      <dgm:prSet presAssocID="{E841F95D-E51E-47B4-B7A9-8E5A9E4C5C6B}" presName="parTx" presStyleLbl="revTx" presStyleIdx="1" presStyleCnt="4">
        <dgm:presLayoutVars>
          <dgm:chMax val="0"/>
          <dgm:chPref val="0"/>
        </dgm:presLayoutVars>
      </dgm:prSet>
      <dgm:spPr/>
    </dgm:pt>
    <dgm:pt modelId="{218F0C19-8829-4D6B-BF85-975FE565A953}" type="pres">
      <dgm:prSet presAssocID="{E841F95D-E51E-47B4-B7A9-8E5A9E4C5C6B}" presName="desTx" presStyleLbl="revTx" presStyleIdx="2" presStyleCnt="4">
        <dgm:presLayoutVars/>
      </dgm:prSet>
      <dgm:spPr/>
    </dgm:pt>
    <dgm:pt modelId="{9BC8B256-E671-493A-B53B-85BE66648538}" type="pres">
      <dgm:prSet presAssocID="{A313405B-EF4E-4AB4-B68F-314133A2611B}" presName="sibTrans" presStyleCnt="0"/>
      <dgm:spPr/>
    </dgm:pt>
    <dgm:pt modelId="{A9A4F197-E28C-4B9E-86B6-2D46A87413C5}" type="pres">
      <dgm:prSet presAssocID="{4E579C8B-1499-4DB2-9879-C91D50B3EA4C}" presName="compNode" presStyleCnt="0"/>
      <dgm:spPr/>
    </dgm:pt>
    <dgm:pt modelId="{713F10BF-1B63-445D-AF5C-A84851BE3722}" type="pres">
      <dgm:prSet presAssocID="{4E579C8B-1499-4DB2-9879-C91D50B3EA4C}" presName="bgRect" presStyleLbl="bgShp" presStyleIdx="2" presStyleCnt="3"/>
      <dgm:spPr/>
    </dgm:pt>
    <dgm:pt modelId="{923B34C7-16DD-4A5C-B87B-677AFBD44562}" type="pres">
      <dgm:prSet presAssocID="{4E579C8B-1499-4DB2-9879-C91D50B3EA4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23D5EE40-1C1B-4ACE-B0A2-AA0870ABEF7C}" type="pres">
      <dgm:prSet presAssocID="{4E579C8B-1499-4DB2-9879-C91D50B3EA4C}" presName="spaceRect" presStyleCnt="0"/>
      <dgm:spPr/>
    </dgm:pt>
    <dgm:pt modelId="{905233C1-755D-4D79-9477-EB3C35B87A00}" type="pres">
      <dgm:prSet presAssocID="{4E579C8B-1499-4DB2-9879-C91D50B3EA4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C5E5E08-8F9B-44D1-AB39-8B3F654649E2}" type="presOf" srcId="{E66BE40A-EB7B-4801-AC7E-02124428DF83}" destId="{ED86341F-D5E0-4522-B43A-F10A8FE0E2D7}" srcOrd="0" destOrd="0" presId="urn:microsoft.com/office/officeart/2018/2/layout/IconVerticalSolidList"/>
    <dgm:cxn modelId="{520C690A-BD40-4333-B89F-947F55093A47}" type="presOf" srcId="{BEAB644E-CA60-4439-8A37-C558467F9126}" destId="{218F0C19-8829-4D6B-BF85-975FE565A953}" srcOrd="0" destOrd="0" presId="urn:microsoft.com/office/officeart/2018/2/layout/IconVerticalSolidList"/>
    <dgm:cxn modelId="{635FA01C-45ED-48D0-AF3A-8CD50D46E698}" srcId="{163B29BA-A45B-4880-9B30-F566EE38442B}" destId="{E66BE40A-EB7B-4801-AC7E-02124428DF83}" srcOrd="0" destOrd="0" parTransId="{11298010-C2CA-448F-A84F-4EB477C34BA1}" sibTransId="{D3C5F88D-7758-4AAA-B9AC-E1945B983989}"/>
    <dgm:cxn modelId="{D2AF8723-46D4-462D-B90D-3A3A858A0CE9}" type="presOf" srcId="{163B29BA-A45B-4880-9B30-F566EE38442B}" destId="{B3C00EEB-3291-4B07-ABAE-E4C740280018}" srcOrd="0" destOrd="0" presId="urn:microsoft.com/office/officeart/2018/2/layout/IconVerticalSolidList"/>
    <dgm:cxn modelId="{5D72A023-8569-4347-9E75-21DE69363A05}" srcId="{E841F95D-E51E-47B4-B7A9-8E5A9E4C5C6B}" destId="{BEAB644E-CA60-4439-8A37-C558467F9126}" srcOrd="0" destOrd="0" parTransId="{13831CA0-2E97-424F-93E9-5C735B8A3A32}" sibTransId="{B854046C-DE37-45BC-8D8C-DB5A10301781}"/>
    <dgm:cxn modelId="{3A289761-EE06-4F30-8BE9-BAE177B73E35}" srcId="{E841F95D-E51E-47B4-B7A9-8E5A9E4C5C6B}" destId="{33E153F8-B9BB-4574-8892-8AF5BAEA20D4}" srcOrd="2" destOrd="0" parTransId="{C4781E31-969C-4C86-A852-0F03EBADD470}" sibTransId="{168B92CC-9ECF-4191-9363-AE7536A58A75}"/>
    <dgm:cxn modelId="{03331445-1BE6-4DE0-ADC1-5E8CCE5A8C71}" type="presOf" srcId="{4E579C8B-1499-4DB2-9879-C91D50B3EA4C}" destId="{905233C1-755D-4D79-9477-EB3C35B87A00}" srcOrd="0" destOrd="0" presId="urn:microsoft.com/office/officeart/2018/2/layout/IconVerticalSolidList"/>
    <dgm:cxn modelId="{9EF94351-10A6-4F0B-9D3A-DDF78D1431C1}" srcId="{E841F95D-E51E-47B4-B7A9-8E5A9E4C5C6B}" destId="{CE920CA7-0DCB-45A4-BE0F-DD2CB996CB5D}" srcOrd="1" destOrd="0" parTransId="{0518E710-5876-4E4A-9A8B-B7167DF4BD69}" sibTransId="{530D6EF2-50B4-4DD5-961D-19DF6BC0B687}"/>
    <dgm:cxn modelId="{5D1E5454-E665-47F5-905E-BF41968D3357}" type="presOf" srcId="{33E153F8-B9BB-4574-8892-8AF5BAEA20D4}" destId="{218F0C19-8829-4D6B-BF85-975FE565A953}" srcOrd="0" destOrd="2" presId="urn:microsoft.com/office/officeart/2018/2/layout/IconVerticalSolidList"/>
    <dgm:cxn modelId="{E0611A87-4464-45AE-96A2-C8DD14F411C4}" type="presOf" srcId="{CE920CA7-0DCB-45A4-BE0F-DD2CB996CB5D}" destId="{218F0C19-8829-4D6B-BF85-975FE565A953}" srcOrd="0" destOrd="1" presId="urn:microsoft.com/office/officeart/2018/2/layout/IconVerticalSolidList"/>
    <dgm:cxn modelId="{D34C2494-95A9-4775-9AF1-07DC46B8293D}" srcId="{163B29BA-A45B-4880-9B30-F566EE38442B}" destId="{4E579C8B-1499-4DB2-9879-C91D50B3EA4C}" srcOrd="2" destOrd="0" parTransId="{1EE55CD9-90E3-4F8D-AA5A-179B565B0070}" sibTransId="{6865F05B-FB1E-4FBE-82A5-3C952A15AB1F}"/>
    <dgm:cxn modelId="{5F2B09D3-2A74-4EA9-A29A-A22710C7B3C3}" srcId="{163B29BA-A45B-4880-9B30-F566EE38442B}" destId="{E841F95D-E51E-47B4-B7A9-8E5A9E4C5C6B}" srcOrd="1" destOrd="0" parTransId="{3CD50536-0869-42AA-BA48-E2874FECA44F}" sibTransId="{A313405B-EF4E-4AB4-B68F-314133A2611B}"/>
    <dgm:cxn modelId="{AD99CCF7-1DD6-4591-8BA4-E2B774DC0A2B}" type="presOf" srcId="{E841F95D-E51E-47B4-B7A9-8E5A9E4C5C6B}" destId="{C27922B5-532A-47A4-9322-0ABD9E5C69AA}" srcOrd="0" destOrd="0" presId="urn:microsoft.com/office/officeart/2018/2/layout/IconVerticalSolidList"/>
    <dgm:cxn modelId="{C061391A-63C7-4112-8AC5-357ED7F2C5B4}" type="presParOf" srcId="{B3C00EEB-3291-4B07-ABAE-E4C740280018}" destId="{95A1F910-451E-426F-A3E8-35581C78FE65}" srcOrd="0" destOrd="0" presId="urn:microsoft.com/office/officeart/2018/2/layout/IconVerticalSolidList"/>
    <dgm:cxn modelId="{6AC15FD1-0E34-45E1-B335-276858F5C7A8}" type="presParOf" srcId="{95A1F910-451E-426F-A3E8-35581C78FE65}" destId="{E631116F-751B-4380-81E6-01425E4FE71D}" srcOrd="0" destOrd="0" presId="urn:microsoft.com/office/officeart/2018/2/layout/IconVerticalSolidList"/>
    <dgm:cxn modelId="{29D2654D-0EB6-4BA8-8150-AF74B590ED83}" type="presParOf" srcId="{95A1F910-451E-426F-A3E8-35581C78FE65}" destId="{2159020A-A569-4BF0-A278-62F18B543E1C}" srcOrd="1" destOrd="0" presId="urn:microsoft.com/office/officeart/2018/2/layout/IconVerticalSolidList"/>
    <dgm:cxn modelId="{C4FD0E4B-6EE1-4860-8590-4951E328A7C6}" type="presParOf" srcId="{95A1F910-451E-426F-A3E8-35581C78FE65}" destId="{28C2CEC0-F3FE-41C6-81FB-0437C4333009}" srcOrd="2" destOrd="0" presId="urn:microsoft.com/office/officeart/2018/2/layout/IconVerticalSolidList"/>
    <dgm:cxn modelId="{874E3B2F-B220-4C6E-A834-3536B28F15CD}" type="presParOf" srcId="{95A1F910-451E-426F-A3E8-35581C78FE65}" destId="{ED86341F-D5E0-4522-B43A-F10A8FE0E2D7}" srcOrd="3" destOrd="0" presId="urn:microsoft.com/office/officeart/2018/2/layout/IconVerticalSolidList"/>
    <dgm:cxn modelId="{6908CA6D-6DED-48FD-86AB-351B6478EB4E}" type="presParOf" srcId="{B3C00EEB-3291-4B07-ABAE-E4C740280018}" destId="{D65F9F08-33BA-483B-AE9B-E9A1DDC01345}" srcOrd="1" destOrd="0" presId="urn:microsoft.com/office/officeart/2018/2/layout/IconVerticalSolidList"/>
    <dgm:cxn modelId="{ACC9173C-DCE3-4529-95C8-EE190EA6773E}" type="presParOf" srcId="{B3C00EEB-3291-4B07-ABAE-E4C740280018}" destId="{D573FFA3-15CB-4A71-B44A-913CC034648D}" srcOrd="2" destOrd="0" presId="urn:microsoft.com/office/officeart/2018/2/layout/IconVerticalSolidList"/>
    <dgm:cxn modelId="{2989AA4A-6BC4-4BEA-8918-B00A7771569B}" type="presParOf" srcId="{D573FFA3-15CB-4A71-B44A-913CC034648D}" destId="{8D05F0DB-DEAC-4E57-91CA-6DF8E36A8D16}" srcOrd="0" destOrd="0" presId="urn:microsoft.com/office/officeart/2018/2/layout/IconVerticalSolidList"/>
    <dgm:cxn modelId="{A090FFD3-6259-4604-AF0F-91E437FE18F5}" type="presParOf" srcId="{D573FFA3-15CB-4A71-B44A-913CC034648D}" destId="{2D72A214-014E-45F7-BAC5-FDB9B1A2FC1C}" srcOrd="1" destOrd="0" presId="urn:microsoft.com/office/officeart/2018/2/layout/IconVerticalSolidList"/>
    <dgm:cxn modelId="{2501F7DD-A432-4457-8761-F86204F3A537}" type="presParOf" srcId="{D573FFA3-15CB-4A71-B44A-913CC034648D}" destId="{D36B3012-DA32-4917-A8C1-323C7107069C}" srcOrd="2" destOrd="0" presId="urn:microsoft.com/office/officeart/2018/2/layout/IconVerticalSolidList"/>
    <dgm:cxn modelId="{D13862D6-FD7E-4E2B-BB64-A02AD1133C08}" type="presParOf" srcId="{D573FFA3-15CB-4A71-B44A-913CC034648D}" destId="{C27922B5-532A-47A4-9322-0ABD9E5C69AA}" srcOrd="3" destOrd="0" presId="urn:microsoft.com/office/officeart/2018/2/layout/IconVerticalSolidList"/>
    <dgm:cxn modelId="{265D4667-605C-4307-95BA-50CDE9DFDDB2}" type="presParOf" srcId="{D573FFA3-15CB-4A71-B44A-913CC034648D}" destId="{218F0C19-8829-4D6B-BF85-975FE565A953}" srcOrd="4" destOrd="0" presId="urn:microsoft.com/office/officeart/2018/2/layout/IconVerticalSolidList"/>
    <dgm:cxn modelId="{7CAD38B2-67D7-42BE-97E2-9F9363A8070D}" type="presParOf" srcId="{B3C00EEB-3291-4B07-ABAE-E4C740280018}" destId="{9BC8B256-E671-493A-B53B-85BE66648538}" srcOrd="3" destOrd="0" presId="urn:microsoft.com/office/officeart/2018/2/layout/IconVerticalSolidList"/>
    <dgm:cxn modelId="{253E3D27-402E-4C42-B961-BFECD0440CC6}" type="presParOf" srcId="{B3C00EEB-3291-4B07-ABAE-E4C740280018}" destId="{A9A4F197-E28C-4B9E-86B6-2D46A87413C5}" srcOrd="4" destOrd="0" presId="urn:microsoft.com/office/officeart/2018/2/layout/IconVerticalSolidList"/>
    <dgm:cxn modelId="{5063F46D-3686-4726-8A22-304F981F4282}" type="presParOf" srcId="{A9A4F197-E28C-4B9E-86B6-2D46A87413C5}" destId="{713F10BF-1B63-445D-AF5C-A84851BE3722}" srcOrd="0" destOrd="0" presId="urn:microsoft.com/office/officeart/2018/2/layout/IconVerticalSolidList"/>
    <dgm:cxn modelId="{B4D41014-00FE-4FC9-B83F-B02EFC8B8C89}" type="presParOf" srcId="{A9A4F197-E28C-4B9E-86B6-2D46A87413C5}" destId="{923B34C7-16DD-4A5C-B87B-677AFBD44562}" srcOrd="1" destOrd="0" presId="urn:microsoft.com/office/officeart/2018/2/layout/IconVerticalSolidList"/>
    <dgm:cxn modelId="{776C7FDB-972F-4B02-B48F-29741C59BAFC}" type="presParOf" srcId="{A9A4F197-E28C-4B9E-86B6-2D46A87413C5}" destId="{23D5EE40-1C1B-4ACE-B0A2-AA0870ABEF7C}" srcOrd="2" destOrd="0" presId="urn:microsoft.com/office/officeart/2018/2/layout/IconVerticalSolidList"/>
    <dgm:cxn modelId="{DB0DDDB6-0A8A-44B2-83CB-C1819E2DEA6C}" type="presParOf" srcId="{A9A4F197-E28C-4B9E-86B6-2D46A87413C5}" destId="{905233C1-755D-4D79-9477-EB3C35B87A0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DAA6935-B4E6-4765-9036-D5B431B2903A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B6102A1-BAC4-445D-93E1-BBAEEB90D810}">
      <dgm:prSet/>
      <dgm:spPr/>
      <dgm:t>
        <a:bodyPr/>
        <a:lstStyle/>
        <a:p>
          <a:r>
            <a:rPr lang="en-US" b="1" i="0" baseline="0"/>
            <a:t>Mutual TLS (mTLS):</a:t>
          </a:r>
          <a:r>
            <a:rPr lang="en-US" b="0" i="0" baseline="0"/>
            <a:t> Replace password authentication with client-side X.509 certificates for stronger, phishing-resistant authentication </a:t>
          </a:r>
          <a:endParaRPr lang="en-US"/>
        </a:p>
      </dgm:t>
    </dgm:pt>
    <dgm:pt modelId="{42B1E904-234A-41C1-AADB-254FCDB486FD}" type="parTrans" cxnId="{789C930A-E179-41D9-B092-7CFF5B7C2E34}">
      <dgm:prSet/>
      <dgm:spPr/>
      <dgm:t>
        <a:bodyPr/>
        <a:lstStyle/>
        <a:p>
          <a:endParaRPr lang="en-US"/>
        </a:p>
      </dgm:t>
    </dgm:pt>
    <dgm:pt modelId="{BD445C97-9689-4A39-82AD-73E89D04ADBE}" type="sibTrans" cxnId="{789C930A-E179-41D9-B092-7CFF5B7C2E34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E031EF18-DC76-4094-9EC6-35DC4003A734}">
      <dgm:prSet/>
      <dgm:spPr/>
      <dgm:t>
        <a:bodyPr/>
        <a:lstStyle/>
        <a:p>
          <a:r>
            <a:rPr lang="en-US" b="1" i="0" baseline="0" dirty="0"/>
            <a:t>IKEv2/IPSec comparison:</a:t>
          </a:r>
          <a:r>
            <a:rPr lang="en-US" b="0" i="0" baseline="0" dirty="0"/>
            <a:t> Explore how IPSec-based VPNs differ architecturally: operating at Layer 3 rather than Layer 4/5 </a:t>
          </a:r>
          <a:endParaRPr lang="en-US" dirty="0"/>
        </a:p>
      </dgm:t>
    </dgm:pt>
    <dgm:pt modelId="{BDFB9D9B-67E0-41AE-9EBB-ED478477E355}" type="parTrans" cxnId="{1FF2C0F7-CC07-4E36-B675-85650CD56AAD}">
      <dgm:prSet/>
      <dgm:spPr/>
      <dgm:t>
        <a:bodyPr/>
        <a:lstStyle/>
        <a:p>
          <a:endParaRPr lang="en-US"/>
        </a:p>
      </dgm:t>
    </dgm:pt>
    <dgm:pt modelId="{22300028-ECA5-4929-BFD9-907B69151BC7}" type="sibTrans" cxnId="{1FF2C0F7-CC07-4E36-B675-85650CD56AAD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F1D118FD-1EC7-4D5E-A5E4-CB78B26EB03E}">
      <dgm:prSet/>
      <dgm:spPr/>
      <dgm:t>
        <a:bodyPr/>
        <a:lstStyle/>
        <a:p>
          <a:r>
            <a:rPr lang="en-US" b="1" i="0" baseline="0" dirty="0"/>
            <a:t>Modern protocols:</a:t>
          </a:r>
          <a:r>
            <a:rPr lang="en-US" b="0" i="0" baseline="0" dirty="0"/>
            <a:t> Analyze </a:t>
          </a:r>
          <a:r>
            <a:rPr lang="en-US" b="0" i="0" baseline="0" dirty="0" err="1"/>
            <a:t>WireGuard's</a:t>
          </a:r>
          <a:r>
            <a:rPr lang="en-US" b="0" i="0" baseline="0" dirty="0"/>
            <a:t> approach:  a leaner, kernel-integrated VPN using Curve25519 and ChaCha20-Poly1305 instead of the full TLS stack </a:t>
          </a:r>
          <a:endParaRPr lang="en-US" dirty="0"/>
        </a:p>
      </dgm:t>
    </dgm:pt>
    <dgm:pt modelId="{C48DCB14-E4C4-4E53-8ED9-12E53DC98295}" type="parTrans" cxnId="{AB249386-1E92-4BE4-A589-8673C2A2D602}">
      <dgm:prSet/>
      <dgm:spPr/>
      <dgm:t>
        <a:bodyPr/>
        <a:lstStyle/>
        <a:p>
          <a:endParaRPr lang="en-US"/>
        </a:p>
      </dgm:t>
    </dgm:pt>
    <dgm:pt modelId="{9E728FC9-2CB1-4B21-B52C-F201B121FEBC}" type="sibTrans" cxnId="{AB249386-1E92-4BE4-A589-8673C2A2D602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4138437F-9A78-45CA-A5A2-07F571DA0225}">
      <dgm:prSet/>
      <dgm:spPr/>
      <dgm:t>
        <a:bodyPr/>
        <a:lstStyle/>
        <a:p>
          <a:r>
            <a:rPr lang="en-US" b="1" i="0" baseline="0"/>
            <a:t>Performance hardening:</a:t>
          </a:r>
          <a:r>
            <a:rPr lang="en-US" b="0" i="0" baseline="0"/>
            <a:t> Explore multi-threading (vs. multi-processing) for the multi-client server; measure throughput and latency under load </a:t>
          </a:r>
          <a:endParaRPr lang="en-US"/>
        </a:p>
      </dgm:t>
    </dgm:pt>
    <dgm:pt modelId="{4EFF45CC-8D2B-4A96-961E-E6AAF09B3AEF}" type="parTrans" cxnId="{DB8B3080-AEB9-4D78-B4A4-DA59CA261475}">
      <dgm:prSet/>
      <dgm:spPr/>
      <dgm:t>
        <a:bodyPr/>
        <a:lstStyle/>
        <a:p>
          <a:endParaRPr lang="en-US"/>
        </a:p>
      </dgm:t>
    </dgm:pt>
    <dgm:pt modelId="{3E3050F4-18CF-486C-842A-AAFFC8ABE69F}" type="sibTrans" cxnId="{DB8B3080-AEB9-4D78-B4A4-DA59CA261475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3F4C78D9-2BD9-4972-916E-2F89276AFBF5}">
      <dgm:prSet/>
      <dgm:spPr/>
      <dgm:t>
        <a:bodyPr/>
        <a:lstStyle/>
        <a:p>
          <a:r>
            <a:rPr lang="en-US" b="1" i="0" baseline="0"/>
            <a:t>Zero-trust integration:</a:t>
          </a:r>
          <a:r>
            <a:rPr lang="en-US" b="0" i="0" baseline="0"/>
            <a:t> How does the VPN model evolve when perimeter-based security is abandoned in favor of identity-based, per-request authentication?</a:t>
          </a:r>
          <a:endParaRPr lang="en-US"/>
        </a:p>
      </dgm:t>
    </dgm:pt>
    <dgm:pt modelId="{11D7E5E9-FB87-433F-82B3-EDBEA8C1598D}" type="parTrans" cxnId="{AB0570FB-B3D3-4FD6-BEE8-4577DFF150E9}">
      <dgm:prSet/>
      <dgm:spPr/>
      <dgm:t>
        <a:bodyPr/>
        <a:lstStyle/>
        <a:p>
          <a:endParaRPr lang="en-US"/>
        </a:p>
      </dgm:t>
    </dgm:pt>
    <dgm:pt modelId="{A28EACA8-9DCB-440C-942E-EF45758A0A98}" type="sibTrans" cxnId="{AB0570FB-B3D3-4FD6-BEE8-4577DFF150E9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530C3AB0-8738-4517-928B-E2328BF5D0C3}" type="pres">
      <dgm:prSet presAssocID="{4DAA6935-B4E6-4765-9036-D5B431B2903A}" presName="Name0" presStyleCnt="0">
        <dgm:presLayoutVars>
          <dgm:animLvl val="lvl"/>
          <dgm:resizeHandles val="exact"/>
        </dgm:presLayoutVars>
      </dgm:prSet>
      <dgm:spPr/>
    </dgm:pt>
    <dgm:pt modelId="{F249B856-9E20-4ED0-A3A9-83C56C86BCD8}" type="pres">
      <dgm:prSet presAssocID="{1B6102A1-BAC4-445D-93E1-BBAEEB90D810}" presName="compositeNode" presStyleCnt="0">
        <dgm:presLayoutVars>
          <dgm:bulletEnabled val="1"/>
        </dgm:presLayoutVars>
      </dgm:prSet>
      <dgm:spPr/>
    </dgm:pt>
    <dgm:pt modelId="{59066D90-F8A7-4778-BE59-2F7C303E52CA}" type="pres">
      <dgm:prSet presAssocID="{1B6102A1-BAC4-445D-93E1-BBAEEB90D810}" presName="bgRect" presStyleLbl="alignNode1" presStyleIdx="0" presStyleCnt="5"/>
      <dgm:spPr/>
    </dgm:pt>
    <dgm:pt modelId="{52CB2E83-4620-4D03-AD3E-5226055FA4DC}" type="pres">
      <dgm:prSet presAssocID="{BD445C97-9689-4A39-82AD-73E89D04ADBE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D8ACFAA2-17A7-48E8-BA5F-81EBDE30EC31}" type="pres">
      <dgm:prSet presAssocID="{1B6102A1-BAC4-445D-93E1-BBAEEB90D810}" presName="nodeRect" presStyleLbl="alignNode1" presStyleIdx="0" presStyleCnt="5">
        <dgm:presLayoutVars>
          <dgm:bulletEnabled val="1"/>
        </dgm:presLayoutVars>
      </dgm:prSet>
      <dgm:spPr/>
    </dgm:pt>
    <dgm:pt modelId="{A433B63E-D91D-4FCB-8A89-93B51C237E56}" type="pres">
      <dgm:prSet presAssocID="{BD445C97-9689-4A39-82AD-73E89D04ADBE}" presName="sibTrans" presStyleCnt="0"/>
      <dgm:spPr/>
    </dgm:pt>
    <dgm:pt modelId="{0514C795-DCE2-4B97-819F-9903C267AC0F}" type="pres">
      <dgm:prSet presAssocID="{E031EF18-DC76-4094-9EC6-35DC4003A734}" presName="compositeNode" presStyleCnt="0">
        <dgm:presLayoutVars>
          <dgm:bulletEnabled val="1"/>
        </dgm:presLayoutVars>
      </dgm:prSet>
      <dgm:spPr/>
    </dgm:pt>
    <dgm:pt modelId="{9F20AF04-C7A1-43DB-9F86-87D676607944}" type="pres">
      <dgm:prSet presAssocID="{E031EF18-DC76-4094-9EC6-35DC4003A734}" presName="bgRect" presStyleLbl="alignNode1" presStyleIdx="1" presStyleCnt="5"/>
      <dgm:spPr/>
    </dgm:pt>
    <dgm:pt modelId="{B8EC188D-5EC1-42BD-8FC4-55EFC89E9238}" type="pres">
      <dgm:prSet presAssocID="{22300028-ECA5-4929-BFD9-907B69151BC7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5442E110-0693-4B6E-A8FF-E0CA6276E05F}" type="pres">
      <dgm:prSet presAssocID="{E031EF18-DC76-4094-9EC6-35DC4003A734}" presName="nodeRect" presStyleLbl="alignNode1" presStyleIdx="1" presStyleCnt="5">
        <dgm:presLayoutVars>
          <dgm:bulletEnabled val="1"/>
        </dgm:presLayoutVars>
      </dgm:prSet>
      <dgm:spPr/>
    </dgm:pt>
    <dgm:pt modelId="{33B2C463-AE4F-45D9-BA49-52532BB112A1}" type="pres">
      <dgm:prSet presAssocID="{22300028-ECA5-4929-BFD9-907B69151BC7}" presName="sibTrans" presStyleCnt="0"/>
      <dgm:spPr/>
    </dgm:pt>
    <dgm:pt modelId="{2FDAB9A3-42F5-4831-89EF-FEAD9DD996CA}" type="pres">
      <dgm:prSet presAssocID="{F1D118FD-1EC7-4D5E-A5E4-CB78B26EB03E}" presName="compositeNode" presStyleCnt="0">
        <dgm:presLayoutVars>
          <dgm:bulletEnabled val="1"/>
        </dgm:presLayoutVars>
      </dgm:prSet>
      <dgm:spPr/>
    </dgm:pt>
    <dgm:pt modelId="{67EEA368-FE16-4237-8D04-57BF32DF9A4C}" type="pres">
      <dgm:prSet presAssocID="{F1D118FD-1EC7-4D5E-A5E4-CB78B26EB03E}" presName="bgRect" presStyleLbl="alignNode1" presStyleIdx="2" presStyleCnt="5"/>
      <dgm:spPr/>
    </dgm:pt>
    <dgm:pt modelId="{7B1157F8-9740-4143-B46D-B207EA0B7F89}" type="pres">
      <dgm:prSet presAssocID="{9E728FC9-2CB1-4B21-B52C-F201B121FEBC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CCCAB586-94A0-4980-85C9-53CE99621891}" type="pres">
      <dgm:prSet presAssocID="{F1D118FD-1EC7-4D5E-A5E4-CB78B26EB03E}" presName="nodeRect" presStyleLbl="alignNode1" presStyleIdx="2" presStyleCnt="5">
        <dgm:presLayoutVars>
          <dgm:bulletEnabled val="1"/>
        </dgm:presLayoutVars>
      </dgm:prSet>
      <dgm:spPr/>
    </dgm:pt>
    <dgm:pt modelId="{4F6B4036-D4F6-4396-954E-544D198425A0}" type="pres">
      <dgm:prSet presAssocID="{9E728FC9-2CB1-4B21-B52C-F201B121FEBC}" presName="sibTrans" presStyleCnt="0"/>
      <dgm:spPr/>
    </dgm:pt>
    <dgm:pt modelId="{D85787CC-B2AA-4E56-855D-BFE0CD6592C6}" type="pres">
      <dgm:prSet presAssocID="{4138437F-9A78-45CA-A5A2-07F571DA0225}" presName="compositeNode" presStyleCnt="0">
        <dgm:presLayoutVars>
          <dgm:bulletEnabled val="1"/>
        </dgm:presLayoutVars>
      </dgm:prSet>
      <dgm:spPr/>
    </dgm:pt>
    <dgm:pt modelId="{095A0682-7794-4239-A9C3-CA62C4317B3E}" type="pres">
      <dgm:prSet presAssocID="{4138437F-9A78-45CA-A5A2-07F571DA0225}" presName="bgRect" presStyleLbl="alignNode1" presStyleIdx="3" presStyleCnt="5"/>
      <dgm:spPr/>
    </dgm:pt>
    <dgm:pt modelId="{E0D21C84-DAE3-49AF-8764-6950B5A34327}" type="pres">
      <dgm:prSet presAssocID="{3E3050F4-18CF-486C-842A-AAFFC8ABE69F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A02AD5FE-0A71-4690-8A9B-A2C7937981CA}" type="pres">
      <dgm:prSet presAssocID="{4138437F-9A78-45CA-A5A2-07F571DA0225}" presName="nodeRect" presStyleLbl="alignNode1" presStyleIdx="3" presStyleCnt="5">
        <dgm:presLayoutVars>
          <dgm:bulletEnabled val="1"/>
        </dgm:presLayoutVars>
      </dgm:prSet>
      <dgm:spPr/>
    </dgm:pt>
    <dgm:pt modelId="{2B923C25-0FD8-4A38-A119-7815F98B0BC1}" type="pres">
      <dgm:prSet presAssocID="{3E3050F4-18CF-486C-842A-AAFFC8ABE69F}" presName="sibTrans" presStyleCnt="0"/>
      <dgm:spPr/>
    </dgm:pt>
    <dgm:pt modelId="{BCEDC894-AA23-498D-B1A4-01A9CEC952A8}" type="pres">
      <dgm:prSet presAssocID="{3F4C78D9-2BD9-4972-916E-2F89276AFBF5}" presName="compositeNode" presStyleCnt="0">
        <dgm:presLayoutVars>
          <dgm:bulletEnabled val="1"/>
        </dgm:presLayoutVars>
      </dgm:prSet>
      <dgm:spPr/>
    </dgm:pt>
    <dgm:pt modelId="{E2CA4DB8-71DC-4D4D-A427-5C5890224319}" type="pres">
      <dgm:prSet presAssocID="{3F4C78D9-2BD9-4972-916E-2F89276AFBF5}" presName="bgRect" presStyleLbl="alignNode1" presStyleIdx="4" presStyleCnt="5"/>
      <dgm:spPr/>
    </dgm:pt>
    <dgm:pt modelId="{931E22F8-93EE-4ABC-B7CE-7115B9982B89}" type="pres">
      <dgm:prSet presAssocID="{A28EACA8-9DCB-440C-942E-EF45758A0A98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A1411547-DA24-40D3-B2C7-D6D27B7879B8}" type="pres">
      <dgm:prSet presAssocID="{3F4C78D9-2BD9-4972-916E-2F89276AFBF5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789C930A-E179-41D9-B092-7CFF5B7C2E34}" srcId="{4DAA6935-B4E6-4765-9036-D5B431B2903A}" destId="{1B6102A1-BAC4-445D-93E1-BBAEEB90D810}" srcOrd="0" destOrd="0" parTransId="{42B1E904-234A-41C1-AADB-254FCDB486FD}" sibTransId="{BD445C97-9689-4A39-82AD-73E89D04ADBE}"/>
    <dgm:cxn modelId="{12724F0E-B40C-4FF6-ACAA-FD29720B3E7E}" type="presOf" srcId="{22300028-ECA5-4929-BFD9-907B69151BC7}" destId="{B8EC188D-5EC1-42BD-8FC4-55EFC89E9238}" srcOrd="0" destOrd="0" presId="urn:microsoft.com/office/officeart/2016/7/layout/LinearBlockProcessNumbered"/>
    <dgm:cxn modelId="{DFD6D01F-A2FF-413D-A97B-ECC58807AF84}" type="presOf" srcId="{4DAA6935-B4E6-4765-9036-D5B431B2903A}" destId="{530C3AB0-8738-4517-928B-E2328BF5D0C3}" srcOrd="0" destOrd="0" presId="urn:microsoft.com/office/officeart/2016/7/layout/LinearBlockProcessNumbered"/>
    <dgm:cxn modelId="{3B08C739-E2E1-4DC1-8EE9-F030834633C1}" type="presOf" srcId="{F1D118FD-1EC7-4D5E-A5E4-CB78B26EB03E}" destId="{67EEA368-FE16-4237-8D04-57BF32DF9A4C}" srcOrd="0" destOrd="0" presId="urn:microsoft.com/office/officeart/2016/7/layout/LinearBlockProcessNumbered"/>
    <dgm:cxn modelId="{7A4CB04F-3D21-47D8-B1F5-B06DB1CFE067}" type="presOf" srcId="{4138437F-9A78-45CA-A5A2-07F571DA0225}" destId="{095A0682-7794-4239-A9C3-CA62C4317B3E}" srcOrd="0" destOrd="0" presId="urn:microsoft.com/office/officeart/2016/7/layout/LinearBlockProcessNumbered"/>
    <dgm:cxn modelId="{245F5975-B1F4-4733-AE54-D33014EE1D00}" type="presOf" srcId="{4138437F-9A78-45CA-A5A2-07F571DA0225}" destId="{A02AD5FE-0A71-4690-8A9B-A2C7937981CA}" srcOrd="1" destOrd="0" presId="urn:microsoft.com/office/officeart/2016/7/layout/LinearBlockProcessNumbered"/>
    <dgm:cxn modelId="{311FAC7E-F39C-4984-BA52-D1D77D53AAD0}" type="presOf" srcId="{9E728FC9-2CB1-4B21-B52C-F201B121FEBC}" destId="{7B1157F8-9740-4143-B46D-B207EA0B7F89}" srcOrd="0" destOrd="0" presId="urn:microsoft.com/office/officeart/2016/7/layout/LinearBlockProcessNumbered"/>
    <dgm:cxn modelId="{44DEB37F-F450-4FC2-BFDB-B5167CF71FED}" type="presOf" srcId="{F1D118FD-1EC7-4D5E-A5E4-CB78B26EB03E}" destId="{CCCAB586-94A0-4980-85C9-53CE99621891}" srcOrd="1" destOrd="0" presId="urn:microsoft.com/office/officeart/2016/7/layout/LinearBlockProcessNumbered"/>
    <dgm:cxn modelId="{DB8B3080-AEB9-4D78-B4A4-DA59CA261475}" srcId="{4DAA6935-B4E6-4765-9036-D5B431B2903A}" destId="{4138437F-9A78-45CA-A5A2-07F571DA0225}" srcOrd="3" destOrd="0" parTransId="{4EFF45CC-8D2B-4A96-961E-E6AAF09B3AEF}" sibTransId="{3E3050F4-18CF-486C-842A-AAFFC8ABE69F}"/>
    <dgm:cxn modelId="{0B3B6980-E11E-4DBD-A7DD-B92B64AFBDA1}" type="presOf" srcId="{3F4C78D9-2BD9-4972-916E-2F89276AFBF5}" destId="{E2CA4DB8-71DC-4D4D-A427-5C5890224319}" srcOrd="0" destOrd="0" presId="urn:microsoft.com/office/officeart/2016/7/layout/LinearBlockProcessNumbered"/>
    <dgm:cxn modelId="{AB249386-1E92-4BE4-A589-8673C2A2D602}" srcId="{4DAA6935-B4E6-4765-9036-D5B431B2903A}" destId="{F1D118FD-1EC7-4D5E-A5E4-CB78B26EB03E}" srcOrd="2" destOrd="0" parTransId="{C48DCB14-E4C4-4E53-8ED9-12E53DC98295}" sibTransId="{9E728FC9-2CB1-4B21-B52C-F201B121FEBC}"/>
    <dgm:cxn modelId="{B00B0F8C-783A-4AB9-8E4B-3EA1005A5921}" type="presOf" srcId="{E031EF18-DC76-4094-9EC6-35DC4003A734}" destId="{5442E110-0693-4B6E-A8FF-E0CA6276E05F}" srcOrd="1" destOrd="0" presId="urn:microsoft.com/office/officeart/2016/7/layout/LinearBlockProcessNumbered"/>
    <dgm:cxn modelId="{03B63395-F3E8-4B0F-8F8F-7A8E7BC2EC48}" type="presOf" srcId="{A28EACA8-9DCB-440C-942E-EF45758A0A98}" destId="{931E22F8-93EE-4ABC-B7CE-7115B9982B89}" srcOrd="0" destOrd="0" presId="urn:microsoft.com/office/officeart/2016/7/layout/LinearBlockProcessNumbered"/>
    <dgm:cxn modelId="{EFF243A4-FF16-4ABC-BE70-14403A8C06D3}" type="presOf" srcId="{1B6102A1-BAC4-445D-93E1-BBAEEB90D810}" destId="{59066D90-F8A7-4778-BE59-2F7C303E52CA}" srcOrd="0" destOrd="0" presId="urn:microsoft.com/office/officeart/2016/7/layout/LinearBlockProcessNumbered"/>
    <dgm:cxn modelId="{3EF28AAC-9663-49BC-8BBC-1E049B512555}" type="presOf" srcId="{3E3050F4-18CF-486C-842A-AAFFC8ABE69F}" destId="{E0D21C84-DAE3-49AF-8764-6950B5A34327}" srcOrd="0" destOrd="0" presId="urn:microsoft.com/office/officeart/2016/7/layout/LinearBlockProcessNumbered"/>
    <dgm:cxn modelId="{A7FDE9B7-7430-4108-A572-9A236FA9E2B7}" type="presOf" srcId="{BD445C97-9689-4A39-82AD-73E89D04ADBE}" destId="{52CB2E83-4620-4D03-AD3E-5226055FA4DC}" srcOrd="0" destOrd="0" presId="urn:microsoft.com/office/officeart/2016/7/layout/LinearBlockProcessNumbered"/>
    <dgm:cxn modelId="{07106CBE-C59D-478F-B2C3-E63134C43E83}" type="presOf" srcId="{3F4C78D9-2BD9-4972-916E-2F89276AFBF5}" destId="{A1411547-DA24-40D3-B2C7-D6D27B7879B8}" srcOrd="1" destOrd="0" presId="urn:microsoft.com/office/officeart/2016/7/layout/LinearBlockProcessNumbered"/>
    <dgm:cxn modelId="{F7F039E6-D756-4B40-B728-0C76F9804C64}" type="presOf" srcId="{1B6102A1-BAC4-445D-93E1-BBAEEB90D810}" destId="{D8ACFAA2-17A7-48E8-BA5F-81EBDE30EC31}" srcOrd="1" destOrd="0" presId="urn:microsoft.com/office/officeart/2016/7/layout/LinearBlockProcessNumbered"/>
    <dgm:cxn modelId="{1FF2C0F7-CC07-4E36-B675-85650CD56AAD}" srcId="{4DAA6935-B4E6-4765-9036-D5B431B2903A}" destId="{E031EF18-DC76-4094-9EC6-35DC4003A734}" srcOrd="1" destOrd="0" parTransId="{BDFB9D9B-67E0-41AE-9EBB-ED478477E355}" sibTransId="{22300028-ECA5-4929-BFD9-907B69151BC7}"/>
    <dgm:cxn modelId="{CA03CFF8-1B79-43D8-BB92-FCC4FC3A7DBD}" type="presOf" srcId="{E031EF18-DC76-4094-9EC6-35DC4003A734}" destId="{9F20AF04-C7A1-43DB-9F86-87D676607944}" srcOrd="0" destOrd="0" presId="urn:microsoft.com/office/officeart/2016/7/layout/LinearBlockProcessNumbered"/>
    <dgm:cxn modelId="{AB0570FB-B3D3-4FD6-BEE8-4577DFF150E9}" srcId="{4DAA6935-B4E6-4765-9036-D5B431B2903A}" destId="{3F4C78D9-2BD9-4972-916E-2F89276AFBF5}" srcOrd="4" destOrd="0" parTransId="{11D7E5E9-FB87-433F-82B3-EDBEA8C1598D}" sibTransId="{A28EACA8-9DCB-440C-942E-EF45758A0A98}"/>
    <dgm:cxn modelId="{AD8DAD64-F643-43B1-9746-A1F0134EAC5F}" type="presParOf" srcId="{530C3AB0-8738-4517-928B-E2328BF5D0C3}" destId="{F249B856-9E20-4ED0-A3A9-83C56C86BCD8}" srcOrd="0" destOrd="0" presId="urn:microsoft.com/office/officeart/2016/7/layout/LinearBlockProcessNumbered"/>
    <dgm:cxn modelId="{828EE1DA-C862-4F36-BAE0-B30CAACF08DF}" type="presParOf" srcId="{F249B856-9E20-4ED0-A3A9-83C56C86BCD8}" destId="{59066D90-F8A7-4778-BE59-2F7C303E52CA}" srcOrd="0" destOrd="0" presId="urn:microsoft.com/office/officeart/2016/7/layout/LinearBlockProcessNumbered"/>
    <dgm:cxn modelId="{5EDF4C31-980E-41B3-9B9F-0ACA1E28806B}" type="presParOf" srcId="{F249B856-9E20-4ED0-A3A9-83C56C86BCD8}" destId="{52CB2E83-4620-4D03-AD3E-5226055FA4DC}" srcOrd="1" destOrd="0" presId="urn:microsoft.com/office/officeart/2016/7/layout/LinearBlockProcessNumbered"/>
    <dgm:cxn modelId="{029C61DF-9E4A-4A77-9FBA-C87AF0DEA311}" type="presParOf" srcId="{F249B856-9E20-4ED0-A3A9-83C56C86BCD8}" destId="{D8ACFAA2-17A7-48E8-BA5F-81EBDE30EC31}" srcOrd="2" destOrd="0" presId="urn:microsoft.com/office/officeart/2016/7/layout/LinearBlockProcessNumbered"/>
    <dgm:cxn modelId="{85293FA1-DCCE-4B3E-9D5F-C3B1C063EB33}" type="presParOf" srcId="{530C3AB0-8738-4517-928B-E2328BF5D0C3}" destId="{A433B63E-D91D-4FCB-8A89-93B51C237E56}" srcOrd="1" destOrd="0" presId="urn:microsoft.com/office/officeart/2016/7/layout/LinearBlockProcessNumbered"/>
    <dgm:cxn modelId="{E73F971E-E387-4E62-ACFF-AAA743D20E6F}" type="presParOf" srcId="{530C3AB0-8738-4517-928B-E2328BF5D0C3}" destId="{0514C795-DCE2-4B97-819F-9903C267AC0F}" srcOrd="2" destOrd="0" presId="urn:microsoft.com/office/officeart/2016/7/layout/LinearBlockProcessNumbered"/>
    <dgm:cxn modelId="{EB5C2848-C9D0-495C-B6C5-4E7661980322}" type="presParOf" srcId="{0514C795-DCE2-4B97-819F-9903C267AC0F}" destId="{9F20AF04-C7A1-43DB-9F86-87D676607944}" srcOrd="0" destOrd="0" presId="urn:microsoft.com/office/officeart/2016/7/layout/LinearBlockProcessNumbered"/>
    <dgm:cxn modelId="{4905DEB7-A63E-4C35-9380-9EBBE97A3F6B}" type="presParOf" srcId="{0514C795-DCE2-4B97-819F-9903C267AC0F}" destId="{B8EC188D-5EC1-42BD-8FC4-55EFC89E9238}" srcOrd="1" destOrd="0" presId="urn:microsoft.com/office/officeart/2016/7/layout/LinearBlockProcessNumbered"/>
    <dgm:cxn modelId="{77D26090-BF87-41AA-9DA9-E451F202DE8D}" type="presParOf" srcId="{0514C795-DCE2-4B97-819F-9903C267AC0F}" destId="{5442E110-0693-4B6E-A8FF-E0CA6276E05F}" srcOrd="2" destOrd="0" presId="urn:microsoft.com/office/officeart/2016/7/layout/LinearBlockProcessNumbered"/>
    <dgm:cxn modelId="{8B4476B1-DDB3-4564-9F34-FFFDB83C9566}" type="presParOf" srcId="{530C3AB0-8738-4517-928B-E2328BF5D0C3}" destId="{33B2C463-AE4F-45D9-BA49-52532BB112A1}" srcOrd="3" destOrd="0" presId="urn:microsoft.com/office/officeart/2016/7/layout/LinearBlockProcessNumbered"/>
    <dgm:cxn modelId="{CEA6536C-75C9-4226-95A8-8E799FFF3CC1}" type="presParOf" srcId="{530C3AB0-8738-4517-928B-E2328BF5D0C3}" destId="{2FDAB9A3-42F5-4831-89EF-FEAD9DD996CA}" srcOrd="4" destOrd="0" presId="urn:microsoft.com/office/officeart/2016/7/layout/LinearBlockProcessNumbered"/>
    <dgm:cxn modelId="{57EF2B11-39FC-40D4-87D7-47D914328606}" type="presParOf" srcId="{2FDAB9A3-42F5-4831-89EF-FEAD9DD996CA}" destId="{67EEA368-FE16-4237-8D04-57BF32DF9A4C}" srcOrd="0" destOrd="0" presId="urn:microsoft.com/office/officeart/2016/7/layout/LinearBlockProcessNumbered"/>
    <dgm:cxn modelId="{7A396AEA-3F3D-47F0-9130-E8EF56091C9A}" type="presParOf" srcId="{2FDAB9A3-42F5-4831-89EF-FEAD9DD996CA}" destId="{7B1157F8-9740-4143-B46D-B207EA0B7F89}" srcOrd="1" destOrd="0" presId="urn:microsoft.com/office/officeart/2016/7/layout/LinearBlockProcessNumbered"/>
    <dgm:cxn modelId="{F8ADEE9F-1B43-449A-9049-B0C71DE343E3}" type="presParOf" srcId="{2FDAB9A3-42F5-4831-89EF-FEAD9DD996CA}" destId="{CCCAB586-94A0-4980-85C9-53CE99621891}" srcOrd="2" destOrd="0" presId="urn:microsoft.com/office/officeart/2016/7/layout/LinearBlockProcessNumbered"/>
    <dgm:cxn modelId="{DAE6318B-41E9-4461-A9C8-DD7BFA17A503}" type="presParOf" srcId="{530C3AB0-8738-4517-928B-E2328BF5D0C3}" destId="{4F6B4036-D4F6-4396-954E-544D198425A0}" srcOrd="5" destOrd="0" presId="urn:microsoft.com/office/officeart/2016/7/layout/LinearBlockProcessNumbered"/>
    <dgm:cxn modelId="{5270E1B4-1A7B-4D26-9D5D-D621E1BDC435}" type="presParOf" srcId="{530C3AB0-8738-4517-928B-E2328BF5D0C3}" destId="{D85787CC-B2AA-4E56-855D-BFE0CD6592C6}" srcOrd="6" destOrd="0" presId="urn:microsoft.com/office/officeart/2016/7/layout/LinearBlockProcessNumbered"/>
    <dgm:cxn modelId="{35B7699E-7810-4220-9271-4954612147D1}" type="presParOf" srcId="{D85787CC-B2AA-4E56-855D-BFE0CD6592C6}" destId="{095A0682-7794-4239-A9C3-CA62C4317B3E}" srcOrd="0" destOrd="0" presId="urn:microsoft.com/office/officeart/2016/7/layout/LinearBlockProcessNumbered"/>
    <dgm:cxn modelId="{E3535EAE-DBCF-438A-92DA-9B8164E5302C}" type="presParOf" srcId="{D85787CC-B2AA-4E56-855D-BFE0CD6592C6}" destId="{E0D21C84-DAE3-49AF-8764-6950B5A34327}" srcOrd="1" destOrd="0" presId="urn:microsoft.com/office/officeart/2016/7/layout/LinearBlockProcessNumbered"/>
    <dgm:cxn modelId="{12F4C2AC-30C6-4500-987C-73D51B061C72}" type="presParOf" srcId="{D85787CC-B2AA-4E56-855D-BFE0CD6592C6}" destId="{A02AD5FE-0A71-4690-8A9B-A2C7937981CA}" srcOrd="2" destOrd="0" presId="urn:microsoft.com/office/officeart/2016/7/layout/LinearBlockProcessNumbered"/>
    <dgm:cxn modelId="{86CEC763-1193-44E2-B3B6-58FEA7A30AF0}" type="presParOf" srcId="{530C3AB0-8738-4517-928B-E2328BF5D0C3}" destId="{2B923C25-0FD8-4A38-A119-7815F98B0BC1}" srcOrd="7" destOrd="0" presId="urn:microsoft.com/office/officeart/2016/7/layout/LinearBlockProcessNumbered"/>
    <dgm:cxn modelId="{E8533F06-9BFA-4F51-83CF-69B25A4AF40A}" type="presParOf" srcId="{530C3AB0-8738-4517-928B-E2328BF5D0C3}" destId="{BCEDC894-AA23-498D-B1A4-01A9CEC952A8}" srcOrd="8" destOrd="0" presId="urn:microsoft.com/office/officeart/2016/7/layout/LinearBlockProcessNumbered"/>
    <dgm:cxn modelId="{B8395867-BF08-48A8-8464-2FE09485616B}" type="presParOf" srcId="{BCEDC894-AA23-498D-B1A4-01A9CEC952A8}" destId="{E2CA4DB8-71DC-4D4D-A427-5C5890224319}" srcOrd="0" destOrd="0" presId="urn:microsoft.com/office/officeart/2016/7/layout/LinearBlockProcessNumbered"/>
    <dgm:cxn modelId="{349F2B1B-956E-40BF-A497-3CD410C1A2DB}" type="presParOf" srcId="{BCEDC894-AA23-498D-B1A4-01A9CEC952A8}" destId="{931E22F8-93EE-4ABC-B7CE-7115B9982B89}" srcOrd="1" destOrd="0" presId="urn:microsoft.com/office/officeart/2016/7/layout/LinearBlockProcessNumbered"/>
    <dgm:cxn modelId="{554803C1-854E-467B-990F-72F07E79A4D2}" type="presParOf" srcId="{BCEDC894-AA23-498D-B1A4-01A9CEC952A8}" destId="{A1411547-DA24-40D3-B2C7-D6D27B7879B8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3E870-AFE2-6B4E-9DE5-37C083682F50}">
      <dsp:nvSpPr>
        <dsp:cNvPr id="0" name=""/>
        <dsp:cNvSpPr/>
      </dsp:nvSpPr>
      <dsp:spPr>
        <a:xfrm>
          <a:off x="0" y="105224"/>
          <a:ext cx="4530898" cy="8248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/>
            <a:t>The internet is an inherently insecure medium: data in transit is vulnerable to interception, tampering, and eavesdropping </a:t>
          </a:r>
          <a:endParaRPr lang="en-US" sz="1500" kern="1200" dirty="0"/>
        </a:p>
      </dsp:txBody>
      <dsp:txXfrm>
        <a:off x="40266" y="145490"/>
        <a:ext cx="4450366" cy="744318"/>
      </dsp:txXfrm>
    </dsp:sp>
    <dsp:sp modelId="{9BCD0629-44AB-1B4B-97F5-3CDB17513416}">
      <dsp:nvSpPr>
        <dsp:cNvPr id="0" name=""/>
        <dsp:cNvSpPr/>
      </dsp:nvSpPr>
      <dsp:spPr>
        <a:xfrm>
          <a:off x="0" y="973274"/>
          <a:ext cx="4530898" cy="82485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Organizations rely on VPNs to extend private networks securely over public infrastructure </a:t>
          </a:r>
          <a:endParaRPr lang="en-US" sz="1500" kern="1200"/>
        </a:p>
      </dsp:txBody>
      <dsp:txXfrm>
        <a:off x="40266" y="1013540"/>
        <a:ext cx="4450366" cy="744318"/>
      </dsp:txXfrm>
    </dsp:sp>
    <dsp:sp modelId="{32141E2A-C22B-1C43-80A3-78512F08E48F}">
      <dsp:nvSpPr>
        <dsp:cNvPr id="0" name=""/>
        <dsp:cNvSpPr/>
      </dsp:nvSpPr>
      <dsp:spPr>
        <a:xfrm>
          <a:off x="0" y="1841324"/>
          <a:ext cx="4530898" cy="82485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TLS/SSL-based VPNs are among the most widely deployed security technologies in enterprise, remote work, and cloud environments </a:t>
          </a:r>
          <a:endParaRPr lang="en-US" sz="1500" kern="1200"/>
        </a:p>
      </dsp:txBody>
      <dsp:txXfrm>
        <a:off x="40266" y="1881590"/>
        <a:ext cx="4450366" cy="744318"/>
      </dsp:txXfrm>
    </dsp:sp>
    <dsp:sp modelId="{BF5AFE2B-6681-0B42-BE92-74B17252FB12}">
      <dsp:nvSpPr>
        <dsp:cNvPr id="0" name=""/>
        <dsp:cNvSpPr/>
      </dsp:nvSpPr>
      <dsp:spPr>
        <a:xfrm>
          <a:off x="0" y="2709375"/>
          <a:ext cx="4530898" cy="82485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/>
            <a:t>Building a VPN from scratch reveals the layered interplay of cryptography, networking, and authentication, the core pillars of applied security</a:t>
          </a:r>
          <a:endParaRPr lang="en-US" sz="1500" kern="1200" dirty="0"/>
        </a:p>
      </dsp:txBody>
      <dsp:txXfrm>
        <a:off x="40266" y="2749641"/>
        <a:ext cx="4450366" cy="7443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2EEE18-E6F8-43B8-B611-1C6A1ED1FA9B}">
      <dsp:nvSpPr>
        <dsp:cNvPr id="0" name=""/>
        <dsp:cNvSpPr/>
      </dsp:nvSpPr>
      <dsp:spPr>
        <a:xfrm>
          <a:off x="0" y="1808"/>
          <a:ext cx="6245265" cy="7704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86B7BB-1CFE-47D7-BC2A-64FC2B89E7F3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8BB18A-CA52-4898-BE5B-BEA3BF8CC31E}">
      <dsp:nvSpPr>
        <dsp:cNvPr id="0" name=""/>
        <dsp:cNvSpPr/>
      </dsp:nvSpPr>
      <dsp:spPr>
        <a:xfrm>
          <a:off x="889864" y="1808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Background</a:t>
          </a:r>
          <a:r>
            <a:rPr lang="en-US" sz="1900" b="0" i="0" kern="1200" baseline="0"/>
            <a:t>: Network topology, implementation overview, and relevant protocols </a:t>
          </a:r>
          <a:endParaRPr lang="en-US" sz="1900" kern="1200"/>
        </a:p>
      </dsp:txBody>
      <dsp:txXfrm>
        <a:off x="889864" y="1808"/>
        <a:ext cx="5355400" cy="770445"/>
      </dsp:txXfrm>
    </dsp:sp>
    <dsp:sp modelId="{A927128A-68B2-4C6F-86E6-D06348E95AFC}">
      <dsp:nvSpPr>
        <dsp:cNvPr id="0" name=""/>
        <dsp:cNvSpPr/>
      </dsp:nvSpPr>
      <dsp:spPr>
        <a:xfrm>
          <a:off x="0" y="964865"/>
          <a:ext cx="6245265" cy="7704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787441-EE26-4E63-B288-D2EA85E5AB72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D73620-4442-4882-9C5B-94A58CC49D84}">
      <dsp:nvSpPr>
        <dsp:cNvPr id="0" name=""/>
        <dsp:cNvSpPr/>
      </dsp:nvSpPr>
      <dsp:spPr>
        <a:xfrm>
          <a:off x="889864" y="964865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Design Overview</a:t>
          </a:r>
          <a:r>
            <a:rPr lang="en-US" sz="1900" b="0" i="0" kern="1200" baseline="0"/>
            <a:t>: Task summary table and completion status </a:t>
          </a:r>
          <a:endParaRPr lang="en-US" sz="1900" kern="1200"/>
        </a:p>
      </dsp:txBody>
      <dsp:txXfrm>
        <a:off x="889864" y="964865"/>
        <a:ext cx="5355400" cy="770445"/>
      </dsp:txXfrm>
    </dsp:sp>
    <dsp:sp modelId="{9525CC8E-5A1D-4DF4-86C0-FE328EC55C90}">
      <dsp:nvSpPr>
        <dsp:cNvPr id="0" name=""/>
        <dsp:cNvSpPr/>
      </dsp:nvSpPr>
      <dsp:spPr>
        <a:xfrm>
          <a:off x="0" y="1927922"/>
          <a:ext cx="6245265" cy="77044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18A8B4-0262-44E6-9DFD-5BD7951E79B6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174986-9130-4EFE-A141-12A6AA4D4728}">
      <dsp:nvSpPr>
        <dsp:cNvPr id="0" name=""/>
        <dsp:cNvSpPr/>
      </dsp:nvSpPr>
      <dsp:spPr>
        <a:xfrm>
          <a:off x="889864" y="1927922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Task Walkthroughs</a:t>
          </a:r>
          <a:r>
            <a:rPr lang="en-US" sz="1900" b="0" i="0" kern="1200" baseline="0"/>
            <a:t>: Tasks 1 through 6 with demos, Q&amp;A, and takeaways </a:t>
          </a:r>
          <a:endParaRPr lang="en-US" sz="1900" kern="1200"/>
        </a:p>
      </dsp:txBody>
      <dsp:txXfrm>
        <a:off x="889864" y="1927922"/>
        <a:ext cx="5355400" cy="770445"/>
      </dsp:txXfrm>
    </dsp:sp>
    <dsp:sp modelId="{34D0FBA1-59E1-48D3-9653-497497236750}">
      <dsp:nvSpPr>
        <dsp:cNvPr id="0" name=""/>
        <dsp:cNvSpPr/>
      </dsp:nvSpPr>
      <dsp:spPr>
        <a:xfrm>
          <a:off x="0" y="2890979"/>
          <a:ext cx="6245265" cy="77044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BD1290-94D8-4C8D-A5B7-DBB231A320CC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BADDB7-7B14-46F8-8D32-A99B571353B1}">
      <dsp:nvSpPr>
        <dsp:cNvPr id="0" name=""/>
        <dsp:cNvSpPr/>
      </dsp:nvSpPr>
      <dsp:spPr>
        <a:xfrm>
          <a:off x="889864" y="2890979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Attack Mitigation &amp; Generalization</a:t>
          </a:r>
          <a:r>
            <a:rPr lang="en-US" sz="1900" b="0" i="0" kern="1200" baseline="0"/>
            <a:t>: MITM demonstration and countermeasures </a:t>
          </a:r>
          <a:endParaRPr lang="en-US" sz="1900" kern="1200"/>
        </a:p>
      </dsp:txBody>
      <dsp:txXfrm>
        <a:off x="889864" y="2890979"/>
        <a:ext cx="5355400" cy="770445"/>
      </dsp:txXfrm>
    </dsp:sp>
    <dsp:sp modelId="{CCEAF40A-8405-4712-B8F4-F37656BDB9BC}">
      <dsp:nvSpPr>
        <dsp:cNvPr id="0" name=""/>
        <dsp:cNvSpPr/>
      </dsp:nvSpPr>
      <dsp:spPr>
        <a:xfrm>
          <a:off x="0" y="3854036"/>
          <a:ext cx="6245265" cy="77044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9BB452-8F6E-4E40-B558-3940ED33237A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FBED2-1EF8-4AAA-B776-014B5ABBC32E}">
      <dsp:nvSpPr>
        <dsp:cNvPr id="0" name=""/>
        <dsp:cNvSpPr/>
      </dsp:nvSpPr>
      <dsp:spPr>
        <a:xfrm>
          <a:off x="889864" y="3854036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Conclusion</a:t>
          </a:r>
          <a:r>
            <a:rPr lang="en-US" sz="1900" b="0" i="0" kern="1200" baseline="0"/>
            <a:t>: Summary, problem solution, and future directions </a:t>
          </a:r>
          <a:endParaRPr lang="en-US" sz="1900" kern="1200"/>
        </a:p>
      </dsp:txBody>
      <dsp:txXfrm>
        <a:off x="889864" y="3854036"/>
        <a:ext cx="5355400" cy="770445"/>
      </dsp:txXfrm>
    </dsp:sp>
    <dsp:sp modelId="{2F943703-31DD-4F22-AEA7-16AB5683842F}">
      <dsp:nvSpPr>
        <dsp:cNvPr id="0" name=""/>
        <dsp:cNvSpPr/>
      </dsp:nvSpPr>
      <dsp:spPr>
        <a:xfrm>
          <a:off x="0" y="4817093"/>
          <a:ext cx="6245265" cy="7704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E79C4C-15D3-497F-9D25-11F3F38AA5E1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BCDBF-B18D-4ABA-9E25-A5712C8C52B9}">
      <dsp:nvSpPr>
        <dsp:cNvPr id="0" name=""/>
        <dsp:cNvSpPr/>
      </dsp:nvSpPr>
      <dsp:spPr>
        <a:xfrm>
          <a:off x="889864" y="4817093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Self-Reflection</a:t>
          </a:r>
          <a:endParaRPr lang="en-US" sz="1900" kern="1200"/>
        </a:p>
      </dsp:txBody>
      <dsp:txXfrm>
        <a:off x="889864" y="4817093"/>
        <a:ext cx="5355400" cy="7704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63757E-73D4-42F9-B2A9-2D648BDC431C}">
      <dsp:nvSpPr>
        <dsp:cNvPr id="0" name=""/>
        <dsp:cNvSpPr/>
      </dsp:nvSpPr>
      <dsp:spPr>
        <a:xfrm>
          <a:off x="0" y="2655"/>
          <a:ext cx="10515600" cy="1241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DAECD6-3812-4AA4-8ACA-29AD8376B42B}">
      <dsp:nvSpPr>
        <dsp:cNvPr id="0" name=""/>
        <dsp:cNvSpPr/>
      </dsp:nvSpPr>
      <dsp:spPr>
        <a:xfrm>
          <a:off x="375620" y="282042"/>
          <a:ext cx="682947" cy="6829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20DB2B-6F6A-4158-BEAA-E11DF51C9316}">
      <dsp:nvSpPr>
        <dsp:cNvPr id="0" name=""/>
        <dsp:cNvSpPr/>
      </dsp:nvSpPr>
      <dsp:spPr>
        <a:xfrm>
          <a:off x="1434189" y="2655"/>
          <a:ext cx="4732020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1" kern="1200"/>
            <a:t>Demo content</a:t>
          </a:r>
          <a:r>
            <a:rPr lang="en-US" sz="2100" i="1" kern="1200"/>
            <a:t>:</a:t>
          </a:r>
          <a:endParaRPr lang="en-US" sz="2100" kern="1200"/>
        </a:p>
      </dsp:txBody>
      <dsp:txXfrm>
        <a:off x="1434189" y="2655"/>
        <a:ext cx="4732020" cy="1241722"/>
      </dsp:txXfrm>
    </dsp:sp>
    <dsp:sp modelId="{394C66F4-BCF0-4DA8-92AB-6ACA4B651087}">
      <dsp:nvSpPr>
        <dsp:cNvPr id="0" name=""/>
        <dsp:cNvSpPr/>
      </dsp:nvSpPr>
      <dsp:spPr>
        <a:xfrm>
          <a:off x="6166209" y="2655"/>
          <a:ext cx="4347989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ifconfig output on all three VMs confirming IP assignments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last reboot; date confirming fresh boot state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routing tables on all three VMs (route -n or ip route)</a:t>
          </a:r>
        </a:p>
      </dsp:txBody>
      <dsp:txXfrm>
        <a:off x="6166209" y="2655"/>
        <a:ext cx="4347989" cy="1241722"/>
      </dsp:txXfrm>
    </dsp:sp>
    <dsp:sp modelId="{69C875D8-432D-48D1-902A-1E116B255FC2}">
      <dsp:nvSpPr>
        <dsp:cNvPr id="0" name=""/>
        <dsp:cNvSpPr/>
      </dsp:nvSpPr>
      <dsp:spPr>
        <a:xfrm>
          <a:off x="0" y="1554807"/>
          <a:ext cx="10515600" cy="1241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8BA274-5ECA-4762-A320-075BE93E716A}">
      <dsp:nvSpPr>
        <dsp:cNvPr id="0" name=""/>
        <dsp:cNvSpPr/>
      </dsp:nvSpPr>
      <dsp:spPr>
        <a:xfrm>
          <a:off x="375620" y="1834195"/>
          <a:ext cx="682947" cy="6829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399893-799D-4A05-9785-03997F9B98AF}">
      <dsp:nvSpPr>
        <dsp:cNvPr id="0" name=""/>
        <dsp:cNvSpPr/>
      </dsp:nvSpPr>
      <dsp:spPr>
        <a:xfrm>
          <a:off x="1434189" y="1554807"/>
          <a:ext cx="4732020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1" kern="1200"/>
            <a:t>Task questions / answers</a:t>
          </a:r>
          <a:r>
            <a:rPr lang="en-US" sz="2100" i="1" kern="1200"/>
            <a:t>:</a:t>
          </a:r>
          <a:endParaRPr lang="en-US" sz="2100" kern="1200"/>
        </a:p>
      </dsp:txBody>
      <dsp:txXfrm>
        <a:off x="1434189" y="1554807"/>
        <a:ext cx="4732020" cy="1241722"/>
      </dsp:txXfrm>
    </dsp:sp>
    <dsp:sp modelId="{459FF158-6C5A-41BB-8483-7D4FF49BA612}">
      <dsp:nvSpPr>
        <dsp:cNvPr id="0" name=""/>
        <dsp:cNvSpPr/>
      </dsp:nvSpPr>
      <dsp:spPr>
        <a:xfrm>
          <a:off x="6166209" y="1554807"/>
          <a:ext cx="4347989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Q: Why does Host V need static IP configuration?</a:t>
          </a:r>
          <a:r>
            <a:rPr lang="en-US" sz="1100" kern="1200" dirty="0"/>
            <a:t> A: VirtualBox provides no DHCP on Internal Network mode, static assignment is required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Q: Why can't Host U reach Host V directly?</a:t>
          </a:r>
          <a:r>
            <a:rPr lang="en-US" sz="1100" kern="1200"/>
            <a:t> A: Host V only has an Internal Network adapter; it has no route reachable from the NAT Network</a:t>
          </a:r>
        </a:p>
      </dsp:txBody>
      <dsp:txXfrm>
        <a:off x="6166209" y="1554807"/>
        <a:ext cx="4347989" cy="1241722"/>
      </dsp:txXfrm>
    </dsp:sp>
    <dsp:sp modelId="{C76D6686-F672-4D15-B1CD-2DBB1BEBB337}">
      <dsp:nvSpPr>
        <dsp:cNvPr id="0" name=""/>
        <dsp:cNvSpPr/>
      </dsp:nvSpPr>
      <dsp:spPr>
        <a:xfrm>
          <a:off x="0" y="3106960"/>
          <a:ext cx="10515600" cy="1241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94B61A-1E03-45BB-81B5-E79ADFF8B04C}">
      <dsp:nvSpPr>
        <dsp:cNvPr id="0" name=""/>
        <dsp:cNvSpPr/>
      </dsp:nvSpPr>
      <dsp:spPr>
        <a:xfrm>
          <a:off x="375620" y="3386348"/>
          <a:ext cx="682947" cy="6829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6C4372-039C-42B2-B1C9-7A68B89EEC15}">
      <dsp:nvSpPr>
        <dsp:cNvPr id="0" name=""/>
        <dsp:cNvSpPr/>
      </dsp:nvSpPr>
      <dsp:spPr>
        <a:xfrm>
          <a:off x="1434189" y="3106960"/>
          <a:ext cx="9080009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1" kern="1200" dirty="0"/>
            <a:t>Main takeaway</a:t>
          </a:r>
          <a:r>
            <a:rPr lang="en-US" sz="2100" i="1" kern="1200" dirty="0"/>
            <a:t>:</a:t>
          </a:r>
          <a:r>
            <a:rPr lang="en-US" sz="2100" kern="1200" dirty="0"/>
            <a:t> Network topology and correct IP/routing configuration are the prerequisite for everything that follows, misconfiguration here cascades into every subsequent task</a:t>
          </a:r>
        </a:p>
      </dsp:txBody>
      <dsp:txXfrm>
        <a:off x="1434189" y="3106960"/>
        <a:ext cx="9080009" cy="12417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93EDA6-CC1C-471C-85E4-FEB4420953F8}">
      <dsp:nvSpPr>
        <dsp:cNvPr id="0" name=""/>
        <dsp:cNvSpPr/>
      </dsp:nvSpPr>
      <dsp:spPr>
        <a:xfrm>
          <a:off x="0" y="2655"/>
          <a:ext cx="10515600" cy="1241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12EAC4-BEF6-4A5C-A57D-6A349DCB5885}">
      <dsp:nvSpPr>
        <dsp:cNvPr id="0" name=""/>
        <dsp:cNvSpPr/>
      </dsp:nvSpPr>
      <dsp:spPr>
        <a:xfrm>
          <a:off x="375620" y="282042"/>
          <a:ext cx="682947" cy="6829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4AFF19-D962-4D1F-A8A9-1CB019F7D7B3}">
      <dsp:nvSpPr>
        <dsp:cNvPr id="0" name=""/>
        <dsp:cNvSpPr/>
      </dsp:nvSpPr>
      <dsp:spPr>
        <a:xfrm>
          <a:off x="1434189" y="2655"/>
          <a:ext cx="4732020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1" kern="1200"/>
            <a:t>Demo content</a:t>
          </a:r>
          <a:r>
            <a:rPr lang="en-US" sz="2100" i="1" kern="1200"/>
            <a:t>:</a:t>
          </a:r>
          <a:endParaRPr lang="en-US" sz="2100" kern="1200"/>
        </a:p>
      </dsp:txBody>
      <dsp:txXfrm>
        <a:off x="1434189" y="2655"/>
        <a:ext cx="4732020" cy="1241722"/>
      </dsp:txXfrm>
    </dsp:sp>
    <dsp:sp modelId="{4590E2FF-FBF9-47E7-83B4-D5A03226EF55}">
      <dsp:nvSpPr>
        <dsp:cNvPr id="0" name=""/>
        <dsp:cNvSpPr/>
      </dsp:nvSpPr>
      <dsp:spPr>
        <a:xfrm>
          <a:off x="6166209" y="2655"/>
          <a:ext cx="4347989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vpnserver</a:t>
          </a:r>
          <a:r>
            <a:rPr lang="en-US" sz="1100" kern="1200" dirty="0"/>
            <a:t> and </a:t>
          </a:r>
          <a:r>
            <a:rPr lang="en-US" sz="1100" kern="1200" dirty="0" err="1"/>
            <a:t>vpnclient</a:t>
          </a:r>
          <a:r>
            <a:rPr lang="en-US" sz="1100" kern="1200" dirty="0"/>
            <a:t> running, tun0 interfaces appearing (</a:t>
          </a:r>
          <a:r>
            <a:rPr lang="en-US" sz="1100" kern="1200" dirty="0" err="1"/>
            <a:t>ifconfig</a:t>
          </a:r>
          <a:r>
            <a:rPr lang="en-US" sz="1100" kern="1200" dirty="0"/>
            <a:t> tun0)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ping 192.168.60.101 from Host U succeeding through the tunnel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Wireshark on the NAT interface: outer UDP/TCP packets carrying encapsulated IP payloads</a:t>
          </a:r>
        </a:p>
      </dsp:txBody>
      <dsp:txXfrm>
        <a:off x="6166209" y="2655"/>
        <a:ext cx="4347989" cy="1241722"/>
      </dsp:txXfrm>
    </dsp:sp>
    <dsp:sp modelId="{9000D82E-D3F2-4EDA-A946-FE45F5DBBA28}">
      <dsp:nvSpPr>
        <dsp:cNvPr id="0" name=""/>
        <dsp:cNvSpPr/>
      </dsp:nvSpPr>
      <dsp:spPr>
        <a:xfrm>
          <a:off x="0" y="1554807"/>
          <a:ext cx="10515600" cy="1241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E1E282-215A-44A5-9FEC-17F135B1F601}">
      <dsp:nvSpPr>
        <dsp:cNvPr id="0" name=""/>
        <dsp:cNvSpPr/>
      </dsp:nvSpPr>
      <dsp:spPr>
        <a:xfrm>
          <a:off x="375620" y="1834195"/>
          <a:ext cx="682947" cy="6829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C9F4D3-C8D7-4D89-A754-5A7DCD84D1A8}">
      <dsp:nvSpPr>
        <dsp:cNvPr id="0" name=""/>
        <dsp:cNvSpPr/>
      </dsp:nvSpPr>
      <dsp:spPr>
        <a:xfrm>
          <a:off x="1434189" y="1554807"/>
          <a:ext cx="4732020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1" kern="1200"/>
            <a:t>Task questions / answers</a:t>
          </a:r>
          <a:r>
            <a:rPr lang="en-US" sz="2100" i="1" kern="1200"/>
            <a:t>:</a:t>
          </a:r>
          <a:endParaRPr lang="en-US" sz="2100" kern="1200"/>
        </a:p>
      </dsp:txBody>
      <dsp:txXfrm>
        <a:off x="1434189" y="1554807"/>
        <a:ext cx="4732020" cy="1241722"/>
      </dsp:txXfrm>
    </dsp:sp>
    <dsp:sp modelId="{94ABE387-F26D-4D55-86BF-F312C88C4C46}">
      <dsp:nvSpPr>
        <dsp:cNvPr id="0" name=""/>
        <dsp:cNvSpPr/>
      </dsp:nvSpPr>
      <dsp:spPr>
        <a:xfrm>
          <a:off x="6166209" y="1554807"/>
          <a:ext cx="4347989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Q: What happens when you break the tunnel mid-telnet session?</a:t>
          </a:r>
          <a:r>
            <a:rPr lang="en-US" sz="1100" kern="1200" dirty="0"/>
            <a:t> A: The telnet window freezes; keystrokes are not transmitted. The TCP connection is not immediately broken as it is suspended. Upon tunnel reconnection, the telnet session </a:t>
          </a:r>
          <a:r>
            <a:rPr lang="en-US" sz="1100" b="0" kern="1200" dirty="0"/>
            <a:t>resumes</a:t>
          </a:r>
          <a:r>
            <a:rPr lang="en-US" sz="1100" kern="1200" dirty="0"/>
            <a:t> because the TCP state was preserved end-to-end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Q: What is the source IP seen by Host V?</a:t>
          </a:r>
          <a:r>
            <a:rPr lang="en-US" sz="1100" kern="1200" dirty="0"/>
            <a:t> A: 192.168.53.5 (the tun0 address of the VPN client), the inner IP</a:t>
          </a:r>
        </a:p>
      </dsp:txBody>
      <dsp:txXfrm>
        <a:off x="6166209" y="1554807"/>
        <a:ext cx="4347989" cy="1241722"/>
      </dsp:txXfrm>
    </dsp:sp>
    <dsp:sp modelId="{04AD738D-CE65-463A-A991-04416B069E02}">
      <dsp:nvSpPr>
        <dsp:cNvPr id="0" name=""/>
        <dsp:cNvSpPr/>
      </dsp:nvSpPr>
      <dsp:spPr>
        <a:xfrm>
          <a:off x="0" y="3106960"/>
          <a:ext cx="10515600" cy="1241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02F44-A39F-45B3-A648-784C6E94737D}">
      <dsp:nvSpPr>
        <dsp:cNvPr id="0" name=""/>
        <dsp:cNvSpPr/>
      </dsp:nvSpPr>
      <dsp:spPr>
        <a:xfrm>
          <a:off x="375620" y="3386348"/>
          <a:ext cx="682947" cy="6829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128515-E50B-44C7-B90D-2C95CCEC8BCC}">
      <dsp:nvSpPr>
        <dsp:cNvPr id="0" name=""/>
        <dsp:cNvSpPr/>
      </dsp:nvSpPr>
      <dsp:spPr>
        <a:xfrm>
          <a:off x="1434189" y="3106960"/>
          <a:ext cx="9080009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1" kern="1200" dirty="0"/>
            <a:t>Main takeaway</a:t>
          </a:r>
          <a:r>
            <a:rPr lang="en-US" sz="2100" i="1" kern="1200" dirty="0"/>
            <a:t>:</a:t>
          </a:r>
          <a:r>
            <a:rPr lang="en-US" sz="2100" kern="1200" dirty="0"/>
            <a:t> TUN/TAP virtualizes a network layer device in software, enabling user-space programs to intercept and forward IP traffic, the fundamental mechanism behind all software-defined VPNs</a:t>
          </a:r>
        </a:p>
      </dsp:txBody>
      <dsp:txXfrm>
        <a:off x="1434189" y="3106960"/>
        <a:ext cx="9080009" cy="124172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FA7C6B-FBA7-4665-B550-11A1C1A076EC}">
      <dsp:nvSpPr>
        <dsp:cNvPr id="0" name=""/>
        <dsp:cNvSpPr/>
      </dsp:nvSpPr>
      <dsp:spPr>
        <a:xfrm>
          <a:off x="0" y="2655"/>
          <a:ext cx="10515600" cy="1241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3438AB-8CFB-4DC1-8C0D-855F3CA3636C}">
      <dsp:nvSpPr>
        <dsp:cNvPr id="0" name=""/>
        <dsp:cNvSpPr/>
      </dsp:nvSpPr>
      <dsp:spPr>
        <a:xfrm>
          <a:off x="375620" y="282042"/>
          <a:ext cx="682947" cy="6829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21AA07-A4AD-46F9-99C4-48EC7BE1D4CC}">
      <dsp:nvSpPr>
        <dsp:cNvPr id="0" name=""/>
        <dsp:cNvSpPr/>
      </dsp:nvSpPr>
      <dsp:spPr>
        <a:xfrm>
          <a:off x="1434189" y="2655"/>
          <a:ext cx="4732020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1" kern="1200"/>
            <a:t>Demo content</a:t>
          </a:r>
          <a:r>
            <a:rPr lang="en-US" sz="2100" i="1" kern="1200"/>
            <a:t>:</a:t>
          </a:r>
          <a:endParaRPr lang="en-US" sz="2100" kern="1200"/>
        </a:p>
      </dsp:txBody>
      <dsp:txXfrm>
        <a:off x="1434189" y="2655"/>
        <a:ext cx="4732020" cy="1241722"/>
      </dsp:txXfrm>
    </dsp:sp>
    <dsp:sp modelId="{29670C81-DE94-4A6A-8A8B-8ED822A8A03A}">
      <dsp:nvSpPr>
        <dsp:cNvPr id="0" name=""/>
        <dsp:cNvSpPr/>
      </dsp:nvSpPr>
      <dsp:spPr>
        <a:xfrm>
          <a:off x="6166209" y="2655"/>
          <a:ext cx="4347989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Wireshark capture on the NAT interface: all tunnel traffic labeled as TLS, payload unreadable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Wireshark with server private key loaded: traffic successfully decrypted, revealing inner IP packets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code change from UDP socket to TCP socket + SSL_write / SSL_read replacing raw send / recv</a:t>
          </a:r>
        </a:p>
      </dsp:txBody>
      <dsp:txXfrm>
        <a:off x="6166209" y="2655"/>
        <a:ext cx="4347989" cy="1241722"/>
      </dsp:txXfrm>
    </dsp:sp>
    <dsp:sp modelId="{E2EFDDE6-2D7E-452D-980E-88AA374C6F44}">
      <dsp:nvSpPr>
        <dsp:cNvPr id="0" name=""/>
        <dsp:cNvSpPr/>
      </dsp:nvSpPr>
      <dsp:spPr>
        <a:xfrm>
          <a:off x="0" y="1554807"/>
          <a:ext cx="10515600" cy="1241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34F191-6829-4A59-B95C-742B3A1A724C}">
      <dsp:nvSpPr>
        <dsp:cNvPr id="0" name=""/>
        <dsp:cNvSpPr/>
      </dsp:nvSpPr>
      <dsp:spPr>
        <a:xfrm>
          <a:off x="375620" y="1834195"/>
          <a:ext cx="682947" cy="6829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E30A04-3E7E-4F66-8DBD-DA73EC625789}">
      <dsp:nvSpPr>
        <dsp:cNvPr id="0" name=""/>
        <dsp:cNvSpPr/>
      </dsp:nvSpPr>
      <dsp:spPr>
        <a:xfrm>
          <a:off x="1434189" y="1554807"/>
          <a:ext cx="4732020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1" kern="1200"/>
            <a:t>Task questions / answers</a:t>
          </a:r>
          <a:r>
            <a:rPr lang="en-US" sz="2100" i="1" kern="1200"/>
            <a:t>:</a:t>
          </a:r>
          <a:endParaRPr lang="en-US" sz="2100" kern="1200"/>
        </a:p>
      </dsp:txBody>
      <dsp:txXfrm>
        <a:off x="1434189" y="1554807"/>
        <a:ext cx="4732020" cy="1241722"/>
      </dsp:txXfrm>
    </dsp:sp>
    <dsp:sp modelId="{C14C6E90-7BC8-491F-BF27-790364A04D59}">
      <dsp:nvSpPr>
        <dsp:cNvPr id="0" name=""/>
        <dsp:cNvSpPr/>
      </dsp:nvSpPr>
      <dsp:spPr>
        <a:xfrm>
          <a:off x="6166209" y="1554807"/>
          <a:ext cx="4347989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Q: Why must we switch from UDP to TCP before adding TLS?</a:t>
          </a:r>
          <a:r>
            <a:rPr lang="en-US" sz="1100" kern="1200" dirty="0"/>
            <a:t> A: TLS requires a reliable, ordered byte stream as it is built on top of TCP. UDP does not provide delivery guarantees that TLS depends on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Q: What does Wireshark show before vs. after encryption?</a:t>
          </a:r>
          <a:r>
            <a:rPr lang="en-US" sz="1100" kern="1200"/>
            <a:t> A: Before: plaintext IP packet contents visible in payload. After: only TLS record headers visible; application data is ciphertext</a:t>
          </a:r>
        </a:p>
      </dsp:txBody>
      <dsp:txXfrm>
        <a:off x="6166209" y="1554807"/>
        <a:ext cx="4347989" cy="1241722"/>
      </dsp:txXfrm>
    </dsp:sp>
    <dsp:sp modelId="{36F3BB48-46CD-4ED2-9BA9-E96F99862B23}">
      <dsp:nvSpPr>
        <dsp:cNvPr id="0" name=""/>
        <dsp:cNvSpPr/>
      </dsp:nvSpPr>
      <dsp:spPr>
        <a:xfrm>
          <a:off x="0" y="3106960"/>
          <a:ext cx="10515600" cy="12417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B47D14-30C9-4508-96B1-8B772C0D5809}">
      <dsp:nvSpPr>
        <dsp:cNvPr id="0" name=""/>
        <dsp:cNvSpPr/>
      </dsp:nvSpPr>
      <dsp:spPr>
        <a:xfrm>
          <a:off x="375620" y="3386348"/>
          <a:ext cx="682947" cy="6829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BDA1C3-05BF-48A0-946A-DABEFF2DD0B0}">
      <dsp:nvSpPr>
        <dsp:cNvPr id="0" name=""/>
        <dsp:cNvSpPr/>
      </dsp:nvSpPr>
      <dsp:spPr>
        <a:xfrm>
          <a:off x="1434189" y="3106960"/>
          <a:ext cx="9080009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1" kern="1200" dirty="0"/>
            <a:t>Main takeaway</a:t>
          </a:r>
          <a:r>
            <a:rPr lang="en-US" sz="2100" i="1" kern="1200" dirty="0"/>
            <a:t>:</a:t>
          </a:r>
          <a:r>
            <a:rPr lang="en-US" sz="2100" kern="1200" dirty="0"/>
            <a:t> TLS transforms our raw tunnel into a cryptographically secure channel, providing both </a:t>
          </a:r>
          <a:r>
            <a:rPr lang="en-US" sz="2100" b="1" kern="1200" dirty="0"/>
            <a:t>confidentiality</a:t>
          </a:r>
          <a:r>
            <a:rPr lang="en-US" sz="2100" kern="1200" dirty="0"/>
            <a:t> (AES encryption) and </a:t>
          </a:r>
          <a:r>
            <a:rPr lang="en-US" sz="2100" b="1" kern="1200" dirty="0"/>
            <a:t>integrity</a:t>
          </a:r>
          <a:r>
            <a:rPr lang="en-US" sz="2100" kern="1200" dirty="0"/>
            <a:t> (MAC/AEAD), with minimal code changes using OpenSSL</a:t>
          </a:r>
        </a:p>
      </dsp:txBody>
      <dsp:txXfrm>
        <a:off x="1434189" y="3106960"/>
        <a:ext cx="9080009" cy="124172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E0B95B-C62E-43E7-895F-22FC7B84CB1E}">
      <dsp:nvSpPr>
        <dsp:cNvPr id="0" name=""/>
        <dsp:cNvSpPr/>
      </dsp:nvSpPr>
      <dsp:spPr>
        <a:xfrm>
          <a:off x="351000" y="964214"/>
          <a:ext cx="573486" cy="5734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ECCF59-8C79-4811-BA8F-B0D28DCA9685}">
      <dsp:nvSpPr>
        <dsp:cNvPr id="0" name=""/>
        <dsp:cNvSpPr/>
      </dsp:nvSpPr>
      <dsp:spPr>
        <a:xfrm>
          <a:off x="536" y="1754219"/>
          <a:ext cx="1274414" cy="653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 dirty="0"/>
            <a:t>Implemented </a:t>
          </a:r>
          <a:r>
            <a:rPr lang="en-US" sz="1100" b="0" i="0" kern="1200" baseline="0" dirty="0" err="1"/>
            <a:t>miniVPN</a:t>
          </a:r>
          <a:r>
            <a:rPr lang="en-US" sz="1100" b="0" i="0" kern="1200" baseline="0" dirty="0"/>
            <a:t>: a functional TLS/SSL VPN from scratch in C, covering the full stack from virtual network interfaces to PKI-based authentication </a:t>
          </a:r>
          <a:endParaRPr lang="en-US" sz="1100" kern="1200" dirty="0"/>
        </a:p>
      </dsp:txBody>
      <dsp:txXfrm>
        <a:off x="536" y="1754219"/>
        <a:ext cx="1274414" cy="653137"/>
      </dsp:txXfrm>
    </dsp:sp>
    <dsp:sp modelId="{942B1F66-30A9-4923-BECF-D738055D8318}">
      <dsp:nvSpPr>
        <dsp:cNvPr id="0" name=""/>
        <dsp:cNvSpPr/>
      </dsp:nvSpPr>
      <dsp:spPr>
        <a:xfrm>
          <a:off x="1848436" y="964214"/>
          <a:ext cx="573486" cy="5734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8FC79-2AF8-47C9-AD36-9DA6BE05A038}">
      <dsp:nvSpPr>
        <dsp:cNvPr id="0" name=""/>
        <dsp:cNvSpPr/>
      </dsp:nvSpPr>
      <dsp:spPr>
        <a:xfrm>
          <a:off x="1497972" y="1754219"/>
          <a:ext cx="1274414" cy="653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Task 1: Three-VM topology simulating real-world internet + private network separation </a:t>
          </a:r>
          <a:endParaRPr lang="en-US" sz="1100" kern="1200"/>
        </a:p>
      </dsp:txBody>
      <dsp:txXfrm>
        <a:off x="1497972" y="1754219"/>
        <a:ext cx="1274414" cy="653137"/>
      </dsp:txXfrm>
    </dsp:sp>
    <dsp:sp modelId="{F0B03396-5BB9-4067-BA09-389CD4FA0EFA}">
      <dsp:nvSpPr>
        <dsp:cNvPr id="0" name=""/>
        <dsp:cNvSpPr/>
      </dsp:nvSpPr>
      <dsp:spPr>
        <a:xfrm>
          <a:off x="3345873" y="964214"/>
          <a:ext cx="573486" cy="5734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8196D-EB1F-4228-8321-C9179670FD81}">
      <dsp:nvSpPr>
        <dsp:cNvPr id="0" name=""/>
        <dsp:cNvSpPr/>
      </dsp:nvSpPr>
      <dsp:spPr>
        <a:xfrm>
          <a:off x="2995409" y="1754219"/>
          <a:ext cx="1274414" cy="653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Task 2: IP tunneling via TUN/TAP with correct routing </a:t>
          </a:r>
          <a:endParaRPr lang="en-US" sz="1100" kern="1200"/>
        </a:p>
      </dsp:txBody>
      <dsp:txXfrm>
        <a:off x="2995409" y="1754219"/>
        <a:ext cx="1274414" cy="653137"/>
      </dsp:txXfrm>
    </dsp:sp>
    <dsp:sp modelId="{26646BC2-E796-4A93-BB51-F483639C1417}">
      <dsp:nvSpPr>
        <dsp:cNvPr id="0" name=""/>
        <dsp:cNvSpPr/>
      </dsp:nvSpPr>
      <dsp:spPr>
        <a:xfrm>
          <a:off x="4843309" y="964214"/>
          <a:ext cx="573486" cy="5734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D13C0F-7D76-4B49-954E-356E9A20BB6E}">
      <dsp:nvSpPr>
        <dsp:cNvPr id="0" name=""/>
        <dsp:cNvSpPr/>
      </dsp:nvSpPr>
      <dsp:spPr>
        <a:xfrm>
          <a:off x="4492845" y="1754219"/>
          <a:ext cx="1274414" cy="653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Task 3: Cryptographic tunnel security via TLS over TCP </a:t>
          </a:r>
          <a:endParaRPr lang="en-US" sz="1100" kern="1200"/>
        </a:p>
      </dsp:txBody>
      <dsp:txXfrm>
        <a:off x="4492845" y="1754219"/>
        <a:ext cx="1274414" cy="653137"/>
      </dsp:txXfrm>
    </dsp:sp>
    <dsp:sp modelId="{FE712D48-7248-41E8-AFD7-36AC57D5EBB4}">
      <dsp:nvSpPr>
        <dsp:cNvPr id="0" name=""/>
        <dsp:cNvSpPr/>
      </dsp:nvSpPr>
      <dsp:spPr>
        <a:xfrm>
          <a:off x="6340746" y="964214"/>
          <a:ext cx="573486" cy="5734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C44273-F742-41C1-B8A2-BDA63757B524}">
      <dsp:nvSpPr>
        <dsp:cNvPr id="0" name=""/>
        <dsp:cNvSpPr/>
      </dsp:nvSpPr>
      <dsp:spPr>
        <a:xfrm>
          <a:off x="5990282" y="1754219"/>
          <a:ext cx="1274414" cy="653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Task 4: Server authentication using X.509 certificates and hostname verification </a:t>
          </a:r>
          <a:endParaRPr lang="en-US" sz="1100" kern="1200"/>
        </a:p>
      </dsp:txBody>
      <dsp:txXfrm>
        <a:off x="5990282" y="1754219"/>
        <a:ext cx="1274414" cy="653137"/>
      </dsp:txXfrm>
    </dsp:sp>
    <dsp:sp modelId="{ADAA9729-B221-48F9-80AF-DE042A551A3C}">
      <dsp:nvSpPr>
        <dsp:cNvPr id="0" name=""/>
        <dsp:cNvSpPr/>
      </dsp:nvSpPr>
      <dsp:spPr>
        <a:xfrm>
          <a:off x="7838182" y="964214"/>
          <a:ext cx="573486" cy="5734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4285D-FC11-413F-8E40-D26B3FBF309C}">
      <dsp:nvSpPr>
        <dsp:cNvPr id="0" name=""/>
        <dsp:cNvSpPr/>
      </dsp:nvSpPr>
      <dsp:spPr>
        <a:xfrm>
          <a:off x="7487719" y="1754219"/>
          <a:ext cx="1274414" cy="653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Task 5: User authentication via Linux shadow file, transmitted securely inside the tunnel </a:t>
          </a:r>
          <a:endParaRPr lang="en-US" sz="1100" kern="1200"/>
        </a:p>
      </dsp:txBody>
      <dsp:txXfrm>
        <a:off x="7487719" y="1754219"/>
        <a:ext cx="1274414" cy="653137"/>
      </dsp:txXfrm>
    </dsp:sp>
    <dsp:sp modelId="{F32D5E93-C59E-48BF-95B5-62D415C67C72}">
      <dsp:nvSpPr>
        <dsp:cNvPr id="0" name=""/>
        <dsp:cNvSpPr/>
      </dsp:nvSpPr>
      <dsp:spPr>
        <a:xfrm>
          <a:off x="9335619" y="964214"/>
          <a:ext cx="573486" cy="5734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C5A9D6-13A0-47BB-AE09-E30FE63442C5}">
      <dsp:nvSpPr>
        <dsp:cNvPr id="0" name=""/>
        <dsp:cNvSpPr/>
      </dsp:nvSpPr>
      <dsp:spPr>
        <a:xfrm>
          <a:off x="8985155" y="1754219"/>
          <a:ext cx="1274414" cy="6531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Task 6: Multi-client concurrency using fork, pipes, and select</a:t>
          </a:r>
          <a:endParaRPr lang="en-US" sz="1100" kern="1200"/>
        </a:p>
      </dsp:txBody>
      <dsp:txXfrm>
        <a:off x="8985155" y="1754219"/>
        <a:ext cx="1274414" cy="65313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1116F-751B-4380-81E6-01425E4FE71D}">
      <dsp:nvSpPr>
        <dsp:cNvPr id="0" name=""/>
        <dsp:cNvSpPr/>
      </dsp:nvSpPr>
      <dsp:spPr>
        <a:xfrm>
          <a:off x="0" y="517"/>
          <a:ext cx="9407525" cy="121164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59020A-A569-4BF0-A278-62F18B543E1C}">
      <dsp:nvSpPr>
        <dsp:cNvPr id="0" name=""/>
        <dsp:cNvSpPr/>
      </dsp:nvSpPr>
      <dsp:spPr>
        <a:xfrm>
          <a:off x="366523" y="273138"/>
          <a:ext cx="666405" cy="6664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86341F-D5E0-4522-B43A-F10A8FE0E2D7}">
      <dsp:nvSpPr>
        <dsp:cNvPr id="0" name=""/>
        <dsp:cNvSpPr/>
      </dsp:nvSpPr>
      <dsp:spPr>
        <a:xfrm>
          <a:off x="1399452" y="517"/>
          <a:ext cx="8008072" cy="1211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33" tIns="128233" rIns="128233" bIns="12823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Problem stated:</a:t>
          </a:r>
          <a:r>
            <a:rPr lang="en-US" sz="1800" b="0" i="0" kern="1200" baseline="0"/>
            <a:t> IP traffic across untrusted networks (Layer 3) has no inherent confidentiality, integrity, or authentication </a:t>
          </a:r>
          <a:endParaRPr lang="en-US" sz="1800" kern="1200"/>
        </a:p>
      </dsp:txBody>
      <dsp:txXfrm>
        <a:off x="1399452" y="517"/>
        <a:ext cx="8008072" cy="1211646"/>
      </dsp:txXfrm>
    </dsp:sp>
    <dsp:sp modelId="{8D05F0DB-DEAC-4E57-91CA-6DF8E36A8D16}">
      <dsp:nvSpPr>
        <dsp:cNvPr id="0" name=""/>
        <dsp:cNvSpPr/>
      </dsp:nvSpPr>
      <dsp:spPr>
        <a:xfrm>
          <a:off x="0" y="1515076"/>
          <a:ext cx="9407525" cy="121164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72A214-014E-45F7-BAC5-FDB9B1A2FC1C}">
      <dsp:nvSpPr>
        <dsp:cNvPr id="0" name=""/>
        <dsp:cNvSpPr/>
      </dsp:nvSpPr>
      <dsp:spPr>
        <a:xfrm>
          <a:off x="366523" y="1787697"/>
          <a:ext cx="666405" cy="6664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7922B5-532A-47A4-9322-0ABD9E5C69AA}">
      <dsp:nvSpPr>
        <dsp:cNvPr id="0" name=""/>
        <dsp:cNvSpPr/>
      </dsp:nvSpPr>
      <dsp:spPr>
        <a:xfrm>
          <a:off x="1399452" y="1515076"/>
          <a:ext cx="4233386" cy="1211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33" tIns="128233" rIns="128233" bIns="12823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Solution demonstrated:</a:t>
          </a:r>
          <a:r>
            <a:rPr lang="en-US" sz="1800" b="0" i="0" kern="1200" baseline="0"/>
            <a:t> TLS/SSL VPN wraps Layer 3 packets inside an encrypted Layer 4/5 session, providing: </a:t>
          </a:r>
          <a:endParaRPr lang="en-US" sz="1800" kern="1200"/>
        </a:p>
      </dsp:txBody>
      <dsp:txXfrm>
        <a:off x="1399452" y="1515076"/>
        <a:ext cx="4233386" cy="1211646"/>
      </dsp:txXfrm>
    </dsp:sp>
    <dsp:sp modelId="{218F0C19-8829-4D6B-BF85-975FE565A953}">
      <dsp:nvSpPr>
        <dsp:cNvPr id="0" name=""/>
        <dsp:cNvSpPr/>
      </dsp:nvSpPr>
      <dsp:spPr>
        <a:xfrm>
          <a:off x="5632838" y="1515076"/>
          <a:ext cx="3774686" cy="1211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33" tIns="128233" rIns="128233" bIns="128233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Confidentiality: </a:t>
          </a:r>
          <a:r>
            <a:rPr lang="en-US" sz="1100" b="0" i="0" kern="1200" baseline="0" dirty="0"/>
            <a:t>AES encryption hides payload content 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Integrity: </a:t>
          </a:r>
          <a:r>
            <a:rPr lang="en-US" sz="1100" b="0" i="0" kern="1200" baseline="0" dirty="0"/>
            <a:t>AEAD/MAC prevents undetected tampering 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Authentication: </a:t>
          </a:r>
          <a:r>
            <a:rPr lang="en-US" sz="1100" b="0" i="0" kern="1200" baseline="0" dirty="0"/>
            <a:t>PKI verifies server identity; password/shadow verifies user identity </a:t>
          </a:r>
          <a:endParaRPr lang="en-US" sz="1100" kern="1200" dirty="0"/>
        </a:p>
      </dsp:txBody>
      <dsp:txXfrm>
        <a:off x="5632838" y="1515076"/>
        <a:ext cx="3774686" cy="1211646"/>
      </dsp:txXfrm>
    </dsp:sp>
    <dsp:sp modelId="{713F10BF-1B63-445D-AF5C-A84851BE3722}">
      <dsp:nvSpPr>
        <dsp:cNvPr id="0" name=""/>
        <dsp:cNvSpPr/>
      </dsp:nvSpPr>
      <dsp:spPr>
        <a:xfrm>
          <a:off x="0" y="3029635"/>
          <a:ext cx="9407525" cy="121164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3B34C7-16DD-4A5C-B87B-677AFBD44562}">
      <dsp:nvSpPr>
        <dsp:cNvPr id="0" name=""/>
        <dsp:cNvSpPr/>
      </dsp:nvSpPr>
      <dsp:spPr>
        <a:xfrm>
          <a:off x="366523" y="3302255"/>
          <a:ext cx="666405" cy="6664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5233C1-755D-4D79-9477-EB3C35B87A00}">
      <dsp:nvSpPr>
        <dsp:cNvPr id="0" name=""/>
        <dsp:cNvSpPr/>
      </dsp:nvSpPr>
      <dsp:spPr>
        <a:xfrm>
          <a:off x="1399452" y="3029635"/>
          <a:ext cx="8008072" cy="1211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233" tIns="128233" rIns="128233" bIns="12823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The result: Host U can communicate with Host V as if on the same private network, with all traffic cryptographically protected end-to-end across a simulated untrusted internet</a:t>
          </a:r>
          <a:endParaRPr lang="en-US" sz="1800" kern="1200"/>
        </a:p>
      </dsp:txBody>
      <dsp:txXfrm>
        <a:off x="1399452" y="3029635"/>
        <a:ext cx="8008072" cy="121164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066D90-F8A7-4778-BE59-2F7C303E52CA}">
      <dsp:nvSpPr>
        <dsp:cNvPr id="0" name=""/>
        <dsp:cNvSpPr/>
      </dsp:nvSpPr>
      <dsp:spPr>
        <a:xfrm>
          <a:off x="5650" y="1061175"/>
          <a:ext cx="1766207" cy="211944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462" tIns="0" rIns="174462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Mutual TLS (mTLS):</a:t>
          </a:r>
          <a:r>
            <a:rPr lang="en-US" sz="1100" b="0" i="0" kern="1200" baseline="0"/>
            <a:t> Replace password authentication with client-side X.509 certificates for stronger, phishing-resistant authentication </a:t>
          </a:r>
          <a:endParaRPr lang="en-US" sz="1100" kern="1200"/>
        </a:p>
      </dsp:txBody>
      <dsp:txXfrm>
        <a:off x="5650" y="1908955"/>
        <a:ext cx="1766207" cy="1271669"/>
      </dsp:txXfrm>
    </dsp:sp>
    <dsp:sp modelId="{52CB2E83-4620-4D03-AD3E-5226055FA4DC}">
      <dsp:nvSpPr>
        <dsp:cNvPr id="0" name=""/>
        <dsp:cNvSpPr/>
      </dsp:nvSpPr>
      <dsp:spPr>
        <a:xfrm>
          <a:off x="5650" y="1061175"/>
          <a:ext cx="1766207" cy="84777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462" tIns="165100" rIns="174462" bIns="16510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01</a:t>
          </a:r>
        </a:p>
      </dsp:txBody>
      <dsp:txXfrm>
        <a:off x="5650" y="1061175"/>
        <a:ext cx="1766207" cy="847779"/>
      </dsp:txXfrm>
    </dsp:sp>
    <dsp:sp modelId="{9F20AF04-C7A1-43DB-9F86-87D676607944}">
      <dsp:nvSpPr>
        <dsp:cNvPr id="0" name=""/>
        <dsp:cNvSpPr/>
      </dsp:nvSpPr>
      <dsp:spPr>
        <a:xfrm>
          <a:off x="1913154" y="1061175"/>
          <a:ext cx="1766207" cy="21194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462" tIns="0" rIns="174462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IKEv2/IPSec comparison:</a:t>
          </a:r>
          <a:r>
            <a:rPr lang="en-US" sz="1100" b="0" i="0" kern="1200" baseline="0" dirty="0"/>
            <a:t> Explore how IPSec-based VPNs differ architecturally: operating at Layer 3 rather than Layer 4/5 </a:t>
          </a:r>
          <a:endParaRPr lang="en-US" sz="1100" kern="1200" dirty="0"/>
        </a:p>
      </dsp:txBody>
      <dsp:txXfrm>
        <a:off x="1913154" y="1908955"/>
        <a:ext cx="1766207" cy="1271669"/>
      </dsp:txXfrm>
    </dsp:sp>
    <dsp:sp modelId="{B8EC188D-5EC1-42BD-8FC4-55EFC89E9238}">
      <dsp:nvSpPr>
        <dsp:cNvPr id="0" name=""/>
        <dsp:cNvSpPr/>
      </dsp:nvSpPr>
      <dsp:spPr>
        <a:xfrm>
          <a:off x="1913154" y="1061175"/>
          <a:ext cx="1766207" cy="84777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462" tIns="165100" rIns="174462" bIns="16510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02</a:t>
          </a:r>
        </a:p>
      </dsp:txBody>
      <dsp:txXfrm>
        <a:off x="1913154" y="1061175"/>
        <a:ext cx="1766207" cy="847779"/>
      </dsp:txXfrm>
    </dsp:sp>
    <dsp:sp modelId="{67EEA368-FE16-4237-8D04-57BF32DF9A4C}">
      <dsp:nvSpPr>
        <dsp:cNvPr id="0" name=""/>
        <dsp:cNvSpPr/>
      </dsp:nvSpPr>
      <dsp:spPr>
        <a:xfrm>
          <a:off x="3820658" y="1061175"/>
          <a:ext cx="1766207" cy="211944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462" tIns="0" rIns="174462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Modern protocols:</a:t>
          </a:r>
          <a:r>
            <a:rPr lang="en-US" sz="1100" b="0" i="0" kern="1200" baseline="0" dirty="0"/>
            <a:t> Analyze </a:t>
          </a:r>
          <a:r>
            <a:rPr lang="en-US" sz="1100" b="0" i="0" kern="1200" baseline="0" dirty="0" err="1"/>
            <a:t>WireGuard's</a:t>
          </a:r>
          <a:r>
            <a:rPr lang="en-US" sz="1100" b="0" i="0" kern="1200" baseline="0" dirty="0"/>
            <a:t> approach:  a leaner, kernel-integrated VPN using Curve25519 and ChaCha20-Poly1305 instead of the full TLS stack </a:t>
          </a:r>
          <a:endParaRPr lang="en-US" sz="1100" kern="1200" dirty="0"/>
        </a:p>
      </dsp:txBody>
      <dsp:txXfrm>
        <a:off x="3820658" y="1908955"/>
        <a:ext cx="1766207" cy="1271669"/>
      </dsp:txXfrm>
    </dsp:sp>
    <dsp:sp modelId="{7B1157F8-9740-4143-B46D-B207EA0B7F89}">
      <dsp:nvSpPr>
        <dsp:cNvPr id="0" name=""/>
        <dsp:cNvSpPr/>
      </dsp:nvSpPr>
      <dsp:spPr>
        <a:xfrm>
          <a:off x="3820658" y="1061175"/>
          <a:ext cx="1766207" cy="84777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462" tIns="165100" rIns="174462" bIns="16510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03</a:t>
          </a:r>
        </a:p>
      </dsp:txBody>
      <dsp:txXfrm>
        <a:off x="3820658" y="1061175"/>
        <a:ext cx="1766207" cy="847779"/>
      </dsp:txXfrm>
    </dsp:sp>
    <dsp:sp modelId="{095A0682-7794-4239-A9C3-CA62C4317B3E}">
      <dsp:nvSpPr>
        <dsp:cNvPr id="0" name=""/>
        <dsp:cNvSpPr/>
      </dsp:nvSpPr>
      <dsp:spPr>
        <a:xfrm>
          <a:off x="5728162" y="1061175"/>
          <a:ext cx="1766207" cy="211944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462" tIns="0" rIns="174462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Performance hardening:</a:t>
          </a:r>
          <a:r>
            <a:rPr lang="en-US" sz="1100" b="0" i="0" kern="1200" baseline="0"/>
            <a:t> Explore multi-threading (vs. multi-processing) for the multi-client server; measure throughput and latency under load </a:t>
          </a:r>
          <a:endParaRPr lang="en-US" sz="1100" kern="1200"/>
        </a:p>
      </dsp:txBody>
      <dsp:txXfrm>
        <a:off x="5728162" y="1908955"/>
        <a:ext cx="1766207" cy="1271669"/>
      </dsp:txXfrm>
    </dsp:sp>
    <dsp:sp modelId="{E0D21C84-DAE3-49AF-8764-6950B5A34327}">
      <dsp:nvSpPr>
        <dsp:cNvPr id="0" name=""/>
        <dsp:cNvSpPr/>
      </dsp:nvSpPr>
      <dsp:spPr>
        <a:xfrm>
          <a:off x="5728162" y="1061175"/>
          <a:ext cx="1766207" cy="84777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462" tIns="165100" rIns="174462" bIns="16510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04</a:t>
          </a:r>
        </a:p>
      </dsp:txBody>
      <dsp:txXfrm>
        <a:off x="5728162" y="1061175"/>
        <a:ext cx="1766207" cy="847779"/>
      </dsp:txXfrm>
    </dsp:sp>
    <dsp:sp modelId="{E2CA4DB8-71DC-4D4D-A427-5C5890224319}">
      <dsp:nvSpPr>
        <dsp:cNvPr id="0" name=""/>
        <dsp:cNvSpPr/>
      </dsp:nvSpPr>
      <dsp:spPr>
        <a:xfrm>
          <a:off x="7635667" y="1061175"/>
          <a:ext cx="1766207" cy="211944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462" tIns="0" rIns="174462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Zero-trust integration:</a:t>
          </a:r>
          <a:r>
            <a:rPr lang="en-US" sz="1100" b="0" i="0" kern="1200" baseline="0"/>
            <a:t> How does the VPN model evolve when perimeter-based security is abandoned in favor of identity-based, per-request authentication?</a:t>
          </a:r>
          <a:endParaRPr lang="en-US" sz="1100" kern="1200"/>
        </a:p>
      </dsp:txBody>
      <dsp:txXfrm>
        <a:off x="7635667" y="1908955"/>
        <a:ext cx="1766207" cy="1271669"/>
      </dsp:txXfrm>
    </dsp:sp>
    <dsp:sp modelId="{931E22F8-93EE-4ABC-B7CE-7115B9982B89}">
      <dsp:nvSpPr>
        <dsp:cNvPr id="0" name=""/>
        <dsp:cNvSpPr/>
      </dsp:nvSpPr>
      <dsp:spPr>
        <a:xfrm>
          <a:off x="7635667" y="1061175"/>
          <a:ext cx="1766207" cy="84777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462" tIns="165100" rIns="174462" bIns="16510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05</a:t>
          </a:r>
        </a:p>
      </dsp:txBody>
      <dsp:txXfrm>
        <a:off x="7635667" y="1061175"/>
        <a:ext cx="1766207" cy="8477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B553B-C792-4FCF-AD5C-2535A72347FD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63CBCB-07D9-4388-9C14-82346308E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787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3CBCB-07D9-4388-9C14-82346308ED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99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9571C-64F5-A4E3-395A-6405CFCFE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1FB699-3C29-0F19-D8AD-65D9598BB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0692D-AB6F-0608-F191-385E2C7EF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7A540-848F-4743-9125-41A979C541D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662AA-AA1E-ECDB-D3D6-4E1A4D0C6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7EDB2-F1F5-5375-0AF9-256725A57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014-A01D-0845-BB9F-0FFD8C1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90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D4480-597C-C70D-3363-E72EBFD44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1C49E-3667-8392-B54D-8AE780269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66C07-145C-FB75-508F-FD856BC02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7A540-848F-4743-9125-41A979C541D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B5968-93AA-89EF-A419-D8E6663C7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7E467-EF3E-060E-D6D3-B6A3748FF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014-A01D-0845-BB9F-0FFD8C1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90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3E100-E34C-7792-55DD-2D3EC014D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37C9A-506D-2A95-C929-FD29E839E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48762-CD4C-0F1C-A355-310DAC928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7A540-848F-4743-9125-41A979C541D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5F11F-E70E-C085-9546-C7D441D68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B790D-64C7-906D-D753-8343B742E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014-A01D-0845-BB9F-0FFD8C1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766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EC017-8C80-FDBF-4553-5021A60CD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74C67-77D6-4ADF-CD75-13D7B985D2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BE406-9D46-C75F-4595-4C71DA9EE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47883-57D4-DDE4-AFE7-70531829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7A540-848F-4743-9125-41A979C541D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F5BE2-DA92-A70E-8F3D-E13E16512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C07B4-18AA-62EE-AAA6-8C7F25C11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014-A01D-0845-BB9F-0FFD8C1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69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890B-1C2E-4B49-2FF8-044FCFE9E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C1548-D9E6-25F6-5244-65D6B31B0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CADC91-03CC-DD0F-EF7E-8BC715197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3F607-FD4B-D30C-BCA7-5955FBE1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6E88D3-D967-6D9E-2121-58C6A6EFF5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F0C866-83B4-DABA-9733-E72F6088C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7A540-848F-4743-9125-41A979C541D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38CACB-9581-190C-8E48-AC1A1A002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E1D307-3445-6973-B032-228952679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014-A01D-0845-BB9F-0FFD8C1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69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9B7F5-930E-620F-CB1E-B788FF955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DBBECB-DDC6-E188-771D-2EA400B0B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7A540-848F-4743-9125-41A979C541D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172F21-53F1-2323-214C-80006FCD6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94175C-26DB-5732-8E27-EE2BDE6C5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014-A01D-0845-BB9F-0FFD8C1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798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BC500D-8D89-D8C5-3FAD-4BF38C92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7A540-848F-4743-9125-41A979C541D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801CE3-E4B5-9D1C-3A63-BC935FD6B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FC84E-9EB3-7685-B8C0-2684D1D44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014-A01D-0845-BB9F-0FFD8C1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42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8DB03-C53A-A408-DBCB-117233EDE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C1C2A-D9C5-8933-375D-52F653A0F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B62F7-7526-73B2-E047-0F2B686D2D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F4D26-88A3-6524-C262-EF127D48E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7A540-848F-4743-9125-41A979C541D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300E7-4DC6-37AE-E722-1F0838DE3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F3D30-7C34-9DF9-C365-FB141313E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014-A01D-0845-BB9F-0FFD8C1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97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69673-753B-7085-92E5-783B85427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90DAE-F473-6D74-2354-A39B92E4AF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4F8CD-27ED-82E2-00D1-EB8CB90A0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B058A-3B23-6E02-88DB-72DF0BB42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7A540-848F-4743-9125-41A979C541D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1D943-053C-8D28-A631-7E103ACB4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6ED4F-0537-E995-BC62-0218F8A64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014-A01D-0845-BB9F-0FFD8C1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6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1A988-6B2B-AF46-DAA6-A8C777E9D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3E3F52-1D57-D209-275C-EF593F7B9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2059D-96B9-B54C-07AC-76AA7712F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7A540-848F-4743-9125-41A979C541D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E9BB4-ED02-6AE1-C7D4-63FB020C4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9CE38-B823-04D5-E42E-EA5FBBB9A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014-A01D-0845-BB9F-0FFD8C1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35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B3DE2C-FAB9-8190-751B-AAAF2D9B2D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5BD0C-3690-4C47-29A7-1788014E2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01F2E-7F5C-B7A9-3A80-78E55CCF7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7A540-848F-4743-9125-41A979C541D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7539F-F323-C382-3813-B884D5BCB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4BAE9-34DA-FF6B-95D5-B8EF868EA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1F014-A01D-0845-BB9F-0FFD8C1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070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85D6CB-E4B2-06E4-7E9D-4EC542255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3AE29-AEEC-8CBB-BEF0-132F5B0CA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9CF85-B852-0BF1-A0F7-96C9D29037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7A540-848F-4743-9125-41A979C541D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FAFD8-84FB-0B21-1E9A-D342DE0790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81FA5-76E8-5185-341B-C0086BCCC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91F014-A01D-0845-BB9F-0FFD8C1A3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134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82BE8D-4113-82CE-C8D2-BC8FF72CE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VPN SEED Lab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CE39B-244E-4E9C-8342-82EF51135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Matt Smith</a:t>
            </a:r>
          </a:p>
        </p:txBody>
      </p:sp>
    </p:spTree>
    <p:extLst>
      <p:ext uri="{BB962C8B-B14F-4D97-AF65-F5344CB8AC3E}">
        <p14:creationId xmlns:p14="http://schemas.microsoft.com/office/powerpoint/2010/main" val="219305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65975-2752-D0EE-D5D2-EDC32A231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dirty="0"/>
              <a:t>Why VPNs Matter in Modern Cybersecurity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A comparison of vpn and vpn&#10;&#10;AI-generated content may be incorrect.">
            <a:extLst>
              <a:ext uri="{FF2B5EF4-FFF2-40B4-BE49-F238E27FC236}">
                <a16:creationId xmlns:a16="http://schemas.microsoft.com/office/drawing/2014/main" id="{1C4BC5A0-6559-A3F9-E5AB-009E142D0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57992" y="2280566"/>
            <a:ext cx="5150277" cy="343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Rectangle 103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F45C7CEA-DB4F-8EAE-D489-C57B26DB60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2128506"/>
              </p:ext>
            </p:extLst>
          </p:nvPr>
        </p:nvGraphicFramePr>
        <p:xfrm>
          <a:off x="808638" y="2389218"/>
          <a:ext cx="4530898" cy="363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B3B4E93-0E7C-ABF7-3E0B-99DD3EC42A5E}"/>
              </a:ext>
            </a:extLst>
          </p:cNvPr>
          <p:cNvSpPr/>
          <p:nvPr/>
        </p:nvSpPr>
        <p:spPr>
          <a:xfrm>
            <a:off x="8605667" y="5718150"/>
            <a:ext cx="3528023" cy="1129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/>
              <a:t>Key Words</a:t>
            </a:r>
            <a:r>
              <a:rPr lang="en-US" dirty="0"/>
              <a:t>:</a:t>
            </a:r>
          </a:p>
          <a:p>
            <a:pPr marL="342900" indent="-342900">
              <a:buAutoNum type="arabicParenR"/>
            </a:pPr>
            <a:r>
              <a:rPr lang="en-US" dirty="0"/>
              <a:t>VPN: Virtual Private Network</a:t>
            </a:r>
          </a:p>
          <a:p>
            <a:pPr marL="342900" indent="-342900">
              <a:buAutoNum type="arabicParenR"/>
            </a:pPr>
            <a:r>
              <a:rPr lang="en-US" dirty="0"/>
              <a:t>TLS: Transport Layer Security</a:t>
            </a:r>
          </a:p>
          <a:p>
            <a:pPr marL="342900" indent="-342900">
              <a:buAutoNum type="arabicParenR"/>
            </a:pPr>
            <a:r>
              <a:rPr lang="en-US" dirty="0"/>
              <a:t>SSL: Secure Sockets Layer</a:t>
            </a:r>
          </a:p>
        </p:txBody>
      </p:sp>
    </p:spTree>
    <p:extLst>
      <p:ext uri="{BB962C8B-B14F-4D97-AF65-F5344CB8AC3E}">
        <p14:creationId xmlns:p14="http://schemas.microsoft.com/office/powerpoint/2010/main" val="3362243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Rectangle 2057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97EE7B-0F59-5156-3677-7A8DDB163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700"/>
              <a:t>Where the Problem Lives: The OSI Context</a:t>
            </a:r>
          </a:p>
        </p:txBody>
      </p:sp>
      <p:grpSp>
        <p:nvGrpSpPr>
          <p:cNvPr id="2060" name="Group 2059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061" name="Rectangle 206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2" name="Rectangle 206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488911-EBB2-BE16-2F25-0515788B69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0719" y="2330505"/>
            <a:ext cx="4855924" cy="3979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At Layer 3 (Network), IP packets are transmitted with no inherent confidentiality or integrity guarantee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At Layer 4 (Transport), TCP/UDP sessions are susceptible to hijacking and replay attacks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Standard routing exposes source/destination metadata and payload content to any intermediary node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core issue: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How do we securely tunnel Layer 3 traffic across an untrusted Layer 3 network?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TLS operates at Layer 5–6 (Session/Presentation) and provides the cryptographic wrapper that solves this problem</a:t>
            </a:r>
          </a:p>
        </p:txBody>
      </p:sp>
      <p:sp>
        <p:nvSpPr>
          <p:cNvPr id="2066" name="Rectangle 2065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8" name="Rectangle 206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3" name="Picture 5" descr="Chart of the OSI Model">
            <a:extLst>
              <a:ext uri="{FF2B5EF4-FFF2-40B4-BE49-F238E27FC236}">
                <a16:creationId xmlns:a16="http://schemas.microsoft.com/office/drawing/2014/main" id="{979F3BDD-3982-1136-EF8A-CED97984C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09" r="12233" b="1"/>
          <a:stretch>
            <a:fillRect/>
          </a:stretch>
        </p:blipFill>
        <p:spPr bwMode="auto">
          <a:xfrm>
            <a:off x="5652341" y="61647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B90200-7FC6-9551-303D-3156A78F1DE9}"/>
              </a:ext>
            </a:extLst>
          </p:cNvPr>
          <p:cNvSpPr txBox="1"/>
          <p:nvPr/>
        </p:nvSpPr>
        <p:spPr>
          <a:xfrm>
            <a:off x="9913443" y="1383237"/>
            <a:ext cx="458780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7</a:t>
            </a:r>
          </a:p>
          <a:p>
            <a:r>
              <a:rPr lang="en-US" sz="4000" dirty="0"/>
              <a:t>6</a:t>
            </a:r>
          </a:p>
          <a:p>
            <a:r>
              <a:rPr lang="en-US" sz="4000" dirty="0"/>
              <a:t>5</a:t>
            </a:r>
          </a:p>
          <a:p>
            <a:r>
              <a:rPr lang="en-US" sz="4000" dirty="0"/>
              <a:t>4</a:t>
            </a:r>
          </a:p>
          <a:p>
            <a:r>
              <a:rPr lang="en-US" sz="4000" dirty="0"/>
              <a:t>3</a:t>
            </a:r>
          </a:p>
          <a:p>
            <a:r>
              <a:rPr lang="en-US" sz="4000" dirty="0"/>
              <a:t>2</a:t>
            </a:r>
          </a:p>
          <a:p>
            <a:r>
              <a:rPr lang="en-US" sz="4000" dirty="0"/>
              <a:t>1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6C54D5E-42B1-EBEE-6B91-660B04CA080E}"/>
              </a:ext>
            </a:extLst>
          </p:cNvPr>
          <p:cNvSpPr/>
          <p:nvPr/>
        </p:nvSpPr>
        <p:spPr>
          <a:xfrm>
            <a:off x="8605667" y="5875768"/>
            <a:ext cx="3528023" cy="9716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u="sng" dirty="0"/>
              <a:t>Key Words</a:t>
            </a:r>
            <a:r>
              <a:rPr lang="en-US" sz="1400" dirty="0"/>
              <a:t>:</a:t>
            </a:r>
          </a:p>
          <a:p>
            <a:pPr marL="342900" indent="-342900">
              <a:buAutoNum type="arabicParenR"/>
            </a:pPr>
            <a:r>
              <a:rPr lang="en-US" sz="1400" dirty="0"/>
              <a:t>IP: Internet Protocol</a:t>
            </a:r>
          </a:p>
          <a:p>
            <a:pPr marL="342900" indent="-342900">
              <a:buAutoNum type="arabicParenR"/>
            </a:pPr>
            <a:r>
              <a:rPr lang="en-US" sz="1400" dirty="0"/>
              <a:t>TCP: Transmission Control Protocol</a:t>
            </a:r>
          </a:p>
          <a:p>
            <a:pPr marL="342900" indent="-342900">
              <a:buAutoNum type="arabicParenR"/>
            </a:pPr>
            <a:r>
              <a:rPr lang="en-US" sz="1400" dirty="0"/>
              <a:t>UDP: User Datagram Protocol</a:t>
            </a:r>
          </a:p>
        </p:txBody>
      </p:sp>
    </p:spTree>
    <p:extLst>
      <p:ext uri="{BB962C8B-B14F-4D97-AF65-F5344CB8AC3E}">
        <p14:creationId xmlns:p14="http://schemas.microsoft.com/office/powerpoint/2010/main" val="73762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0C7BEC-2BDB-B061-DAAC-99DCB06A9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7400"/>
              <a:t>Roadmap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B7EA214-471F-DFF7-BEF5-86DB334A73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2838459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1795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909A8-78FE-B6FF-73A2-4DB907427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Lab Network Topology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65105A-44FF-F6D6-9588-D0001618EF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Three VMs form the lab environment: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Host U / VPN Client</a:t>
            </a:r>
            <a:r>
              <a:rPr lang="en-US" altLang="en-US" sz="1400" dirty="0">
                <a:latin typeface="Arial" panose="020B0604020202020204" pitchFamily="34" charset="0"/>
              </a:rPr>
              <a:t>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10.0.2.7 (NAT Network)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Gateway / VPN Server</a:t>
            </a:r>
            <a:r>
              <a:rPr lang="en-US" altLang="en-US" sz="1400" dirty="0">
                <a:latin typeface="Arial" panose="020B0604020202020204" pitchFamily="34" charset="0"/>
              </a:rPr>
              <a:t>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10.0.2.8 (NAT Network) + 192.168.60.1 (Internal Network)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Host V</a:t>
            </a:r>
            <a:r>
              <a:rPr lang="en-US" altLang="en-US" sz="1400" dirty="0">
                <a:latin typeface="Arial" panose="020B0604020202020204" pitchFamily="34" charset="0"/>
              </a:rPr>
              <a:t>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192.168.60.101 (Internal Network only)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Host V is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not directly reachable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from Host U without the VPN tunnel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NAT Network simulates the public internet; the Internal Network simulates a private corporate LAN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TUN interfaces (tun0) are assigned 192.168.53.1 (server) and 192.168.53.5 (client) to form the tunnel subnet</a:t>
            </a:r>
          </a:p>
        </p:txBody>
      </p:sp>
      <p:pic>
        <p:nvPicPr>
          <p:cNvPr id="6" name="Picture 5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26A29619-401A-B43B-0B69-C439FB34A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982992"/>
            <a:ext cx="5150277" cy="271677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21B40D-D77C-598D-3AA8-DAC98F62875C}"/>
              </a:ext>
            </a:extLst>
          </p:cNvPr>
          <p:cNvSpPr/>
          <p:nvPr/>
        </p:nvSpPr>
        <p:spPr>
          <a:xfrm>
            <a:off x="8581814" y="73463"/>
            <a:ext cx="3528023" cy="9716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u="sng" dirty="0"/>
              <a:t>Key Words</a:t>
            </a:r>
            <a:r>
              <a:rPr lang="en-US" sz="1400" dirty="0"/>
              <a:t>:</a:t>
            </a:r>
          </a:p>
          <a:p>
            <a:pPr marL="342900" indent="-342900">
              <a:buAutoNum type="arabicParenR"/>
            </a:pPr>
            <a:r>
              <a:rPr lang="en-US" sz="1400" dirty="0"/>
              <a:t>NAT: Network Address Translation</a:t>
            </a:r>
          </a:p>
          <a:p>
            <a:pPr marL="342900" indent="-342900">
              <a:buAutoNum type="arabicParenR"/>
            </a:pPr>
            <a:r>
              <a:rPr lang="en-US" sz="1400" dirty="0"/>
              <a:t>LAN: Local area network</a:t>
            </a:r>
          </a:p>
          <a:p>
            <a:pPr marL="342900" indent="-342900">
              <a:buAutoNum type="arabicParenR"/>
            </a:pPr>
            <a:r>
              <a:rPr lang="en-US" sz="1400" dirty="0"/>
              <a:t>TUN: network </a:t>
            </a:r>
            <a:r>
              <a:rPr lang="en-US" sz="1400" dirty="0" err="1"/>
              <a:t>TUNnel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62207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0AE90B-F908-F9D7-11A9-6AF6C5B4F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How miniVPN Works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041756-0A62-E251-4DD5-67FB41D6EC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0" y="2599509"/>
            <a:ext cx="4716593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miniVPN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is a TLS/SSL VPN built from scratch in C using the OpenSSL library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Two core programs: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vpnclient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(on Host U) and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vpnserver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</a:rPr>
              <a:t> (on the Gateway)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Communication between ends uses a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TCP socket wrapped in a TLS session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Both programs attach to a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TUN virtual interface</a:t>
            </a:r>
            <a:r>
              <a:rPr lang="en-US" altLang="en-US" sz="1100" dirty="0">
                <a:latin typeface="Arial" panose="020B0604020202020204" pitchFamily="34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 OS-level virtual network device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Packet flow: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1100" dirty="0"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Application generates IP traffic → kernel routes it to tun0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VPN program reads from tun0, encrypts, sends over TLS tunnel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Remote VPN program decrypts, writes back to its tun0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Remote kernel delivers the packet to the destination host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diagram of a network&#10;&#10;AI-generated content may be incorrect.">
            <a:extLst>
              <a:ext uri="{FF2B5EF4-FFF2-40B4-BE49-F238E27FC236}">
                <a16:creationId xmlns:a16="http://schemas.microsoft.com/office/drawing/2014/main" id="{95291848-7222-CFA5-4E79-A00724469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970116"/>
            <a:ext cx="5150277" cy="274252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824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6" name="Rectangle 6155">
            <a:extLst>
              <a:ext uri="{FF2B5EF4-FFF2-40B4-BE49-F238E27FC236}">
                <a16:creationId xmlns:a16="http://schemas.microsoft.com/office/drawing/2014/main" id="{6ECA6DCB-B7E1-40A9-9524-540C6DA40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6C4882-3E70-556E-F0B2-36F499ECB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506440" cy="1128068"/>
          </a:xfrm>
        </p:spPr>
        <p:txBody>
          <a:bodyPr anchor="ctr">
            <a:normAutofit/>
          </a:bodyPr>
          <a:lstStyle/>
          <a:p>
            <a:r>
              <a:rPr lang="en-US" sz="3700" dirty="0"/>
              <a:t>TLS - The Protocol Securing Our Tunnel</a:t>
            </a:r>
          </a:p>
        </p:txBody>
      </p:sp>
      <p:grpSp>
        <p:nvGrpSpPr>
          <p:cNvPr id="6158" name="Group 6157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6159" name="Rectangle 615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0" name="Rectangle 615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62" name="Rectangle 6161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6CF2BA-BF0B-679D-5B4B-F2919E76A5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0719" y="2082140"/>
            <a:ext cx="5762144" cy="3979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TLS (Transport Layer Security)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provides confidentiality, integrity, and authentication over TCP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TLS record header fields: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Content Type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(1 byte): handshake, alert, application data, change cipher spec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Version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(2 bytes): e.g., TLS 1.2 = 0x0303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Length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(2 bytes): size of the payload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TLS Handshake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negotiates: cipher suite, exchanges certificates, and establishes session keys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X.509 certificates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authenticate the server (and optionally the client) using a PKI chain of trust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After the handshake, all tunnel data is encrypted with the negotiated symmetric key (e.g., AES-256-GCM)</a:t>
            </a:r>
          </a:p>
        </p:txBody>
      </p:sp>
      <p:sp>
        <p:nvSpPr>
          <p:cNvPr id="6164" name="Rectangle 6163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6" name="Rectangle 616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51" name="Picture 7" descr="What happens in a TLS handshake? | SSL handshake | Cloudflare">
            <a:extLst>
              <a:ext uri="{FF2B5EF4-FFF2-40B4-BE49-F238E27FC236}">
                <a16:creationId xmlns:a16="http://schemas.microsoft.com/office/drawing/2014/main" id="{D4CCADBF-52FC-8C55-2948-94B1C487B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" r="1" b="1"/>
          <a:stretch>
            <a:fillRect/>
          </a:stretch>
        </p:blipFill>
        <p:spPr bwMode="auto">
          <a:xfrm>
            <a:off x="6766560" y="133002"/>
            <a:ext cx="4948569" cy="2834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68" name="Rectangle 6167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9" name="Picture 5" descr="Demystifying TLS | Peeling Rage">
            <a:extLst>
              <a:ext uri="{FF2B5EF4-FFF2-40B4-BE49-F238E27FC236}">
                <a16:creationId xmlns:a16="http://schemas.microsoft.com/office/drawing/2014/main" id="{8C3A4FB2-DE3B-A242-E8C8-1F08BB175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6" r="18318"/>
          <a:stretch>
            <a:fillRect/>
          </a:stretch>
        </p:blipFill>
        <p:spPr bwMode="auto">
          <a:xfrm>
            <a:off x="6768657" y="2967437"/>
            <a:ext cx="4946472" cy="2834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CC7CAB9-809D-B657-2FED-2349AC0262A6}"/>
              </a:ext>
            </a:extLst>
          </p:cNvPr>
          <p:cNvSpPr/>
          <p:nvPr/>
        </p:nvSpPr>
        <p:spPr>
          <a:xfrm>
            <a:off x="8663976" y="5886351"/>
            <a:ext cx="3528023" cy="9716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u="sng" dirty="0"/>
              <a:t>Key Words</a:t>
            </a:r>
            <a:r>
              <a:rPr lang="en-US" sz="1400" dirty="0"/>
              <a:t>:</a:t>
            </a:r>
          </a:p>
          <a:p>
            <a:pPr marL="342900" indent="-342900">
              <a:buAutoNum type="arabicParenR"/>
            </a:pPr>
            <a:r>
              <a:rPr lang="en-US" sz="1400" dirty="0"/>
              <a:t>PKI: Public Key Infrastructure</a:t>
            </a:r>
          </a:p>
          <a:p>
            <a:pPr marL="342900" indent="-342900">
              <a:buAutoNum type="arabicParenR"/>
            </a:pPr>
            <a:r>
              <a:rPr lang="en-US" sz="1400" dirty="0"/>
              <a:t>AES: Advanced Encryption Standard</a:t>
            </a:r>
          </a:p>
          <a:p>
            <a:pPr marL="342900" indent="-342900">
              <a:buAutoNum type="arabicParenR"/>
            </a:pPr>
            <a:r>
              <a:rPr lang="en-US" sz="1400" dirty="0"/>
              <a:t>GCM: Galois/Counter Mode</a:t>
            </a:r>
          </a:p>
        </p:txBody>
      </p:sp>
    </p:spTree>
    <p:extLst>
      <p:ext uri="{BB962C8B-B14F-4D97-AF65-F5344CB8AC3E}">
        <p14:creationId xmlns:p14="http://schemas.microsoft.com/office/powerpoint/2010/main" val="431821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E4099-9E36-F11A-1B48-9C4510B1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miniVPN</a:t>
            </a:r>
            <a:r>
              <a:rPr lang="en-US" dirty="0"/>
              <a:t> - Task Overview and Completion Status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FBFCE7-8ECB-B7C6-F1B9-AFA2617CCD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3927909"/>
              </p:ext>
            </p:extLst>
          </p:nvPr>
        </p:nvGraphicFramePr>
        <p:xfrm>
          <a:off x="838200" y="1825625"/>
          <a:ext cx="10515597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459">
                  <a:extLst>
                    <a:ext uri="{9D8B030D-6E8A-4147-A177-3AD203B41FA5}">
                      <a16:colId xmlns:a16="http://schemas.microsoft.com/office/drawing/2014/main" val="2836420988"/>
                    </a:ext>
                  </a:extLst>
                </a:gridCol>
                <a:gridCol w="4675367">
                  <a:extLst>
                    <a:ext uri="{9D8B030D-6E8A-4147-A177-3AD203B41FA5}">
                      <a16:colId xmlns:a16="http://schemas.microsoft.com/office/drawing/2014/main" val="33972390"/>
                    </a:ext>
                  </a:extLst>
                </a:gridCol>
                <a:gridCol w="2050771">
                  <a:extLst>
                    <a:ext uri="{9D8B030D-6E8A-4147-A177-3AD203B41FA5}">
                      <a16:colId xmlns:a16="http://schemas.microsoft.com/office/drawing/2014/main" val="14383475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29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1: VM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Configure three-VM network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751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2: VPN Tunnel via TUN/TAP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an unencrypted IP tunnel using virtual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999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3: Encrypt the 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Replace UDP with TCP + add TLS encryption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105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4: Authenticate the VPN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X.509 certificates to verify server 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198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5: Authenticate the VPN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Password-based user authentication via shadow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990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6: Support Multiple Clients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Fork-based multi-client support with IPC pipes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893477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7C8DB96-B525-B393-031E-05F27C18CBA1}"/>
              </a:ext>
            </a:extLst>
          </p:cNvPr>
          <p:cNvSpPr/>
          <p:nvPr/>
        </p:nvSpPr>
        <p:spPr>
          <a:xfrm>
            <a:off x="8663976" y="6305384"/>
            <a:ext cx="3528023" cy="5526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u="sng" dirty="0"/>
              <a:t>Key Words</a:t>
            </a:r>
            <a:r>
              <a:rPr lang="en-US" sz="1400" dirty="0"/>
              <a:t>:</a:t>
            </a:r>
          </a:p>
          <a:p>
            <a:r>
              <a:rPr lang="en-US" sz="1400" dirty="0"/>
              <a:t>1) IPC: Inter-Process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996367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ACE6-989C-D747-135B-D226B57AE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1 - Configuring the Virtual Network Environment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ED7D6B-5312-F65A-2E14-B696214586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312206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080C5E6-383A-1E7F-C1EF-A3053C0D4E32}"/>
              </a:ext>
            </a:extLst>
          </p:cNvPr>
          <p:cNvSpPr/>
          <p:nvPr/>
        </p:nvSpPr>
        <p:spPr>
          <a:xfrm>
            <a:off x="8663976" y="6176963"/>
            <a:ext cx="3528023" cy="6810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u="sng" dirty="0"/>
              <a:t>Key Words</a:t>
            </a:r>
            <a:r>
              <a:rPr lang="en-US" sz="1400" dirty="0"/>
              <a:t>:</a:t>
            </a:r>
          </a:p>
          <a:p>
            <a:pPr marL="342900" indent="-342900">
              <a:buAutoNum type="arabicParenR"/>
            </a:pPr>
            <a:r>
              <a:rPr lang="en-US" sz="1400" dirty="0"/>
              <a:t>DHCP: Dynamic Host Configuration Protocol</a:t>
            </a:r>
          </a:p>
        </p:txBody>
      </p:sp>
    </p:spTree>
    <p:extLst>
      <p:ext uri="{BB962C8B-B14F-4D97-AF65-F5344CB8AC3E}">
        <p14:creationId xmlns:p14="http://schemas.microsoft.com/office/powerpoint/2010/main" val="2392674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A5307-063D-6300-1723-2B3A41028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2 - Building the IP Tunnel with TUN/TAP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1651CE-6B8A-DDA6-0937-226C8B3DE0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199130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tar: 5 Points 3">
            <a:extLst>
              <a:ext uri="{FF2B5EF4-FFF2-40B4-BE49-F238E27FC236}">
                <a16:creationId xmlns:a16="http://schemas.microsoft.com/office/drawing/2014/main" id="{2D9F725D-9814-3A45-A625-182FFC3240DF}"/>
              </a:ext>
            </a:extLst>
          </p:cNvPr>
          <p:cNvSpPr/>
          <p:nvPr/>
        </p:nvSpPr>
        <p:spPr>
          <a:xfrm>
            <a:off x="11553245" y="246491"/>
            <a:ext cx="429370" cy="42937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56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DD968-2C27-6AAE-F63A-94EE80943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3 - Securing the Tunnel with TLS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AEDF89-F421-B179-DC86-7283950F6C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184322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B87817-657F-3874-CCBE-CD5B3C233507}"/>
              </a:ext>
            </a:extLst>
          </p:cNvPr>
          <p:cNvSpPr/>
          <p:nvPr/>
        </p:nvSpPr>
        <p:spPr>
          <a:xfrm>
            <a:off x="8663976" y="6176963"/>
            <a:ext cx="3528023" cy="6810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u="sng" dirty="0"/>
              <a:t>Key Words</a:t>
            </a:r>
            <a:r>
              <a:rPr lang="en-US" sz="1400" dirty="0"/>
              <a:t>:</a:t>
            </a:r>
          </a:p>
          <a:p>
            <a:pPr marL="342900" indent="-342900">
              <a:buAutoNum type="arabicParenR"/>
            </a:pPr>
            <a:r>
              <a:rPr lang="en-US" sz="1400" dirty="0"/>
              <a:t>AEAD: Authenticated Encryption with Associated Data</a:t>
            </a:r>
          </a:p>
        </p:txBody>
      </p:sp>
    </p:spTree>
    <p:extLst>
      <p:ext uri="{BB962C8B-B14F-4D97-AF65-F5344CB8AC3E}">
        <p14:creationId xmlns:p14="http://schemas.microsoft.com/office/powerpoint/2010/main" val="1606649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B635E5-8211-8628-D252-8B937F774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Task 4 - Server Authentication via X.509 Certificates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72176-2FEB-2157-B5AF-828A82765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1400" b="1" i="1" dirty="0"/>
              <a:t>Demo content</a:t>
            </a:r>
            <a:r>
              <a:rPr lang="en-US" sz="1400" i="1" dirty="0"/>
              <a:t>:</a:t>
            </a:r>
            <a:endParaRPr lang="en-US" sz="1400" dirty="0"/>
          </a:p>
          <a:p>
            <a:pPr lvl="1"/>
            <a:r>
              <a:rPr lang="en-US" sz="1400" dirty="0"/>
              <a:t>successful connection when client connects to the correct hostname (matching CN/SAN in the certificate)</a:t>
            </a:r>
          </a:p>
          <a:p>
            <a:pPr lvl="1"/>
            <a:r>
              <a:rPr lang="en-US" sz="1400" dirty="0"/>
              <a:t>failed connection (with error message) when an incorrect/mismatched hostname is used, simulating a MITM scenario</a:t>
            </a:r>
          </a:p>
          <a:p>
            <a:pPr lvl="1"/>
            <a:r>
              <a:rPr lang="en-US" sz="1400" dirty="0"/>
              <a:t>the relevant code lines performing the three verification steps</a:t>
            </a:r>
          </a:p>
          <a:p>
            <a:r>
              <a:rPr lang="en-US" sz="1400" b="1" i="1" dirty="0"/>
              <a:t>Task questions / answers</a:t>
            </a:r>
            <a:r>
              <a:rPr lang="en-US" sz="1400" i="1" dirty="0"/>
              <a:t>:</a:t>
            </a:r>
            <a:endParaRPr lang="en-US" sz="1400" dirty="0"/>
          </a:p>
          <a:p>
            <a:pPr lvl="1"/>
            <a:r>
              <a:rPr lang="en-US" sz="1400" b="1" dirty="0"/>
              <a:t>Three verifications and their code locations:</a:t>
            </a:r>
            <a:r>
              <a:rPr lang="en-US" sz="1400" dirty="0"/>
              <a:t> </a:t>
            </a:r>
          </a:p>
          <a:p>
            <a:pPr lvl="2"/>
            <a:r>
              <a:rPr lang="en-US" sz="1400" b="1" dirty="0"/>
              <a:t>Certificate validity:</a:t>
            </a:r>
            <a:r>
              <a:rPr lang="en-US" sz="1400" dirty="0"/>
              <a:t> </a:t>
            </a:r>
            <a:r>
              <a:rPr lang="en-US" sz="1400" dirty="0" err="1"/>
              <a:t>SSL_CTX_load_verify_locations</a:t>
            </a:r>
            <a:r>
              <a:rPr lang="en-US" sz="1400" dirty="0"/>
              <a:t>() + OpenSSL's internal chain verification during handshake</a:t>
            </a:r>
          </a:p>
          <a:p>
            <a:pPr lvl="2"/>
            <a:r>
              <a:rPr lang="en-US" sz="1400" b="1" dirty="0"/>
              <a:t>Server owns the certificate: </a:t>
            </a:r>
            <a:r>
              <a:rPr lang="en-US" sz="1400" dirty="0"/>
              <a:t>TLS handshake: server signs a challenge with its private key; </a:t>
            </a:r>
            <a:r>
              <a:rPr lang="en-US" sz="1400" dirty="0" err="1"/>
              <a:t>SSL_get_verify_result</a:t>
            </a:r>
            <a:r>
              <a:rPr lang="en-US" sz="1400" dirty="0"/>
              <a:t>() confirms</a:t>
            </a:r>
          </a:p>
          <a:p>
            <a:pPr lvl="2"/>
            <a:r>
              <a:rPr lang="en-US" sz="1400" b="1" dirty="0"/>
              <a:t>Server is the intended host:</a:t>
            </a:r>
            <a:r>
              <a:rPr lang="en-US" sz="1400" dirty="0"/>
              <a:t> manual hostname check using X509_check_host() or comparing CN against the user-supplied hostname</a:t>
            </a:r>
          </a:p>
          <a:p>
            <a:pPr lvl="1"/>
            <a:r>
              <a:rPr lang="en-US" sz="1400" b="1" dirty="0"/>
              <a:t>Q: What line forces the handshake to abort on failure?</a:t>
            </a:r>
            <a:r>
              <a:rPr lang="en-US" sz="1400" dirty="0"/>
              <a:t> A: </a:t>
            </a:r>
            <a:r>
              <a:rPr lang="en-US" sz="1400" dirty="0" err="1"/>
              <a:t>SSL_CTX_set_verify</a:t>
            </a:r>
            <a:r>
              <a:rPr lang="en-US" sz="1400" dirty="0"/>
              <a:t>(</a:t>
            </a:r>
            <a:r>
              <a:rPr lang="en-US" sz="1400" dirty="0" err="1"/>
              <a:t>ctx</a:t>
            </a:r>
            <a:r>
              <a:rPr lang="en-US" sz="1400" dirty="0"/>
              <a:t>, SSL_VERIFY_PEER, NULL), instructs OpenSSL to abort if peer certificate verification fails</a:t>
            </a:r>
          </a:p>
          <a:p>
            <a:r>
              <a:rPr lang="en-US" sz="1400" b="1" i="1" dirty="0"/>
              <a:t>Main takeaway</a:t>
            </a:r>
            <a:r>
              <a:rPr lang="en-US" sz="1400" i="1" dirty="0"/>
              <a:t>:</a:t>
            </a:r>
            <a:r>
              <a:rPr lang="en-US" sz="1400" dirty="0"/>
              <a:t> Without hostname verification, a valid certificate from a </a:t>
            </a:r>
            <a:r>
              <a:rPr lang="en-US" sz="1400" i="1" dirty="0"/>
              <a:t>different</a:t>
            </a:r>
            <a:r>
              <a:rPr lang="en-US" sz="1400" dirty="0"/>
              <a:t> server could pass chain validation as all three checks together are required to defeat impersonation attacks</a:t>
            </a:r>
          </a:p>
          <a:p>
            <a:endParaRPr lang="en-US" sz="1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D125BD-AE2E-A2C4-9DF0-D3E825B0083C}"/>
              </a:ext>
            </a:extLst>
          </p:cNvPr>
          <p:cNvSpPr/>
          <p:nvPr/>
        </p:nvSpPr>
        <p:spPr>
          <a:xfrm>
            <a:off x="8663976" y="6176963"/>
            <a:ext cx="3528023" cy="6810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u="sng" dirty="0"/>
              <a:t>Key Words</a:t>
            </a:r>
            <a:r>
              <a:rPr lang="en-US" sz="1400" dirty="0"/>
              <a:t>:</a:t>
            </a:r>
          </a:p>
          <a:p>
            <a:pPr marL="342900" indent="-342900">
              <a:buAutoNum type="arabicParenR"/>
            </a:pPr>
            <a:r>
              <a:rPr lang="en-US" sz="1400" dirty="0"/>
              <a:t>CN: Common Name</a:t>
            </a:r>
          </a:p>
          <a:p>
            <a:pPr marL="342900" indent="-342900">
              <a:buAutoNum type="arabicParenR"/>
            </a:pPr>
            <a:r>
              <a:rPr lang="en-US" sz="1400" dirty="0"/>
              <a:t>SAN: Subject Alternative Name</a:t>
            </a:r>
          </a:p>
        </p:txBody>
      </p:sp>
    </p:spTree>
    <p:extLst>
      <p:ext uri="{BB962C8B-B14F-4D97-AF65-F5344CB8AC3E}">
        <p14:creationId xmlns:p14="http://schemas.microsoft.com/office/powerpoint/2010/main" val="723641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08947C-003F-A9BE-E2D7-BA2B2DACD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Task 5 - Client (User) Authentication via Shadow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94C00-412F-C168-260D-02D81713F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1600" i="1" dirty="0"/>
              <a:t>Demo content:</a:t>
            </a:r>
            <a:endParaRPr lang="en-US" sz="1600" dirty="0"/>
          </a:p>
          <a:p>
            <a:pPr lvl="1"/>
            <a:r>
              <a:rPr lang="en-US" sz="1600" dirty="0"/>
              <a:t>client prompting for username and password (using </a:t>
            </a:r>
            <a:r>
              <a:rPr lang="en-US" sz="1600" dirty="0" err="1"/>
              <a:t>getpass</a:t>
            </a:r>
            <a:r>
              <a:rPr lang="en-US" sz="1600" dirty="0"/>
              <a:t>(): input not echoed)</a:t>
            </a:r>
          </a:p>
          <a:p>
            <a:pPr lvl="1"/>
            <a:r>
              <a:rPr lang="en-US" sz="1600" dirty="0"/>
              <a:t>successful login with valid credentials → tunnel established</a:t>
            </a:r>
          </a:p>
          <a:p>
            <a:pPr lvl="1"/>
            <a:r>
              <a:rPr lang="en-US" sz="1600" dirty="0"/>
              <a:t>failed login with invalid credentials → connection dropped by server, no tunnel</a:t>
            </a:r>
          </a:p>
          <a:p>
            <a:r>
              <a:rPr lang="en-US" sz="1600" i="1" dirty="0"/>
              <a:t>Task questions / answers:</a:t>
            </a:r>
            <a:endParaRPr lang="en-US" sz="1600" dirty="0"/>
          </a:p>
          <a:p>
            <a:pPr lvl="1"/>
            <a:r>
              <a:rPr lang="en-US" sz="1600" b="1" dirty="0"/>
              <a:t>Q: Which code sends credentials to the server?</a:t>
            </a:r>
            <a:r>
              <a:rPr lang="en-US" sz="1600" dirty="0"/>
              <a:t> A: After TLS session is established, client calls </a:t>
            </a:r>
            <a:r>
              <a:rPr lang="en-US" sz="1600" dirty="0" err="1"/>
              <a:t>SSL_write</a:t>
            </a:r>
            <a:r>
              <a:rPr lang="en-US" sz="1600" dirty="0"/>
              <a:t>(</a:t>
            </a:r>
            <a:r>
              <a:rPr lang="en-US" sz="1600" dirty="0" err="1"/>
              <a:t>ssl</a:t>
            </a:r>
            <a:r>
              <a:rPr lang="en-US" sz="1600" dirty="0"/>
              <a:t>, username, ...) and </a:t>
            </a:r>
            <a:r>
              <a:rPr lang="en-US" sz="1600" dirty="0" err="1"/>
              <a:t>SSL_write</a:t>
            </a:r>
            <a:r>
              <a:rPr lang="en-US" sz="1600" dirty="0"/>
              <a:t>(</a:t>
            </a:r>
            <a:r>
              <a:rPr lang="en-US" sz="1600" dirty="0" err="1"/>
              <a:t>ssl</a:t>
            </a:r>
            <a:r>
              <a:rPr lang="en-US" sz="1600" dirty="0"/>
              <a:t>, password, ...), transmitted securely inside the encrypted tunnel</a:t>
            </a:r>
          </a:p>
          <a:p>
            <a:pPr lvl="1"/>
            <a:r>
              <a:rPr lang="en-US" sz="1600" b="1" dirty="0"/>
              <a:t>Q: Which code reads from the shadow file?</a:t>
            </a:r>
            <a:r>
              <a:rPr lang="en-US" sz="1600" dirty="0"/>
              <a:t> A: </a:t>
            </a:r>
            <a:r>
              <a:rPr lang="en-US" sz="1600" dirty="0" err="1"/>
              <a:t>getspnam</a:t>
            </a:r>
            <a:r>
              <a:rPr lang="en-US" sz="1600" dirty="0"/>
              <a:t>(username) retrieves the hashed password entry; crypt(</a:t>
            </a:r>
            <a:r>
              <a:rPr lang="en-US" sz="1600" dirty="0" err="1"/>
              <a:t>input_password</a:t>
            </a:r>
            <a:r>
              <a:rPr lang="en-US" sz="1600" dirty="0"/>
              <a:t>, </a:t>
            </a:r>
            <a:r>
              <a:rPr lang="en-US" sz="1600" dirty="0" err="1"/>
              <a:t>stored_hash</a:t>
            </a:r>
            <a:r>
              <a:rPr lang="en-US" sz="1600" dirty="0"/>
              <a:t>) recomputes the hash; </a:t>
            </a:r>
            <a:r>
              <a:rPr lang="en-US" sz="1600" dirty="0" err="1"/>
              <a:t>strcmp</a:t>
            </a:r>
            <a:r>
              <a:rPr lang="en-US" sz="1600" dirty="0"/>
              <a:t>() compares the result</a:t>
            </a:r>
          </a:p>
          <a:p>
            <a:pPr lvl="1"/>
            <a:r>
              <a:rPr lang="en-US" sz="1600" b="1" dirty="0"/>
              <a:t>Q: Why must authentication happen after TLS handshake?</a:t>
            </a:r>
            <a:r>
              <a:rPr lang="en-US" sz="1600" dirty="0"/>
              <a:t> A: Credentials travel inside the encrypted tunnel, sending them before TLS would expose them in plaintext</a:t>
            </a:r>
          </a:p>
          <a:p>
            <a:r>
              <a:rPr lang="en-US" sz="1600" i="1" dirty="0"/>
              <a:t>Main takeaway:</a:t>
            </a:r>
            <a:r>
              <a:rPr lang="en-US" sz="1600" dirty="0"/>
              <a:t> The ordering matters: establish the encrypted channel first, then authenticate the user through it as this prevents credential interception</a:t>
            </a:r>
          </a:p>
          <a:p>
            <a:endParaRPr lang="en-US" sz="1600" dirty="0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113603E2-5DC9-4552-7F2F-2F81B86061A3}"/>
              </a:ext>
            </a:extLst>
          </p:cNvPr>
          <p:cNvSpPr/>
          <p:nvPr/>
        </p:nvSpPr>
        <p:spPr>
          <a:xfrm>
            <a:off x="11553245" y="246491"/>
            <a:ext cx="429370" cy="42937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84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D9801B-514C-D7EF-0814-D696E666D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225" y="308218"/>
            <a:ext cx="3201366" cy="2415896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Task 6 - Multi-Client VPN Server with IPC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36422-F63E-D0F7-A9F5-F5E348C4D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1600" i="1" dirty="0"/>
              <a:t>Demo content:</a:t>
            </a:r>
            <a:endParaRPr lang="en-US" sz="1600" dirty="0"/>
          </a:p>
          <a:p>
            <a:pPr lvl="1"/>
            <a:r>
              <a:rPr lang="en-US" sz="1600" dirty="0"/>
              <a:t>two separate VPN clients connecting to the server simultaneously</a:t>
            </a:r>
          </a:p>
          <a:p>
            <a:pPr lvl="1"/>
            <a:r>
              <a:rPr lang="en-US" sz="1600" dirty="0"/>
              <a:t>both clients able to ping/telnet Host V through their respective tunnels concurrently</a:t>
            </a:r>
          </a:p>
          <a:p>
            <a:pPr lvl="1"/>
            <a:r>
              <a:rPr lang="en-US" sz="1600" dirty="0"/>
              <a:t>process tree (</a:t>
            </a:r>
            <a:r>
              <a:rPr lang="en-US" sz="1600" dirty="0" err="1"/>
              <a:t>ps</a:t>
            </a:r>
            <a:r>
              <a:rPr lang="en-US" sz="1600" dirty="0"/>
              <a:t> aux) confirming parent + child processes</a:t>
            </a:r>
          </a:p>
          <a:p>
            <a:r>
              <a:rPr lang="en-US" sz="1600" i="1" dirty="0"/>
              <a:t>Task questions / answers:</a:t>
            </a:r>
            <a:endParaRPr lang="en-US" sz="1600" dirty="0"/>
          </a:p>
          <a:p>
            <a:pPr lvl="1"/>
            <a:r>
              <a:rPr lang="en-US" sz="1600" b="1" dirty="0"/>
              <a:t>Q: How does the server decide which tunnel an incoming packet from Host V goes to?</a:t>
            </a:r>
            <a:r>
              <a:rPr lang="en-US" sz="1600" dirty="0"/>
              <a:t> A: The parent process reads the destination IP from the inner IP packet header and maps it to the corresponding client's tunnel using a routing/client table</a:t>
            </a:r>
          </a:p>
          <a:p>
            <a:pPr lvl="1"/>
            <a:r>
              <a:rPr lang="en-US" sz="1600" b="1" dirty="0"/>
              <a:t>Q: How does the parent pass packets to the correct child process?</a:t>
            </a:r>
            <a:r>
              <a:rPr lang="en-US" sz="1600" dirty="0"/>
              <a:t> A: Via pipe(), each child has a dedicated pipe; parent writes to </a:t>
            </a:r>
            <a:r>
              <a:rPr lang="en-US" sz="1600" dirty="0" err="1"/>
              <a:t>fd</a:t>
            </a:r>
            <a:r>
              <a:rPr lang="en-US" sz="1600" dirty="0"/>
              <a:t>[1], child reads from </a:t>
            </a:r>
            <a:r>
              <a:rPr lang="en-US" sz="1600" dirty="0" err="1"/>
              <a:t>fd</a:t>
            </a:r>
            <a:r>
              <a:rPr lang="en-US" sz="1600" dirty="0"/>
              <a:t>[0]</a:t>
            </a:r>
          </a:p>
          <a:p>
            <a:pPr lvl="1"/>
            <a:r>
              <a:rPr lang="en-US" sz="1600" b="1" dirty="0"/>
              <a:t>Q: How do child processes monitor both the pipe and the TLS socket simultaneously?</a:t>
            </a:r>
            <a:r>
              <a:rPr lang="en-US" sz="1600" dirty="0"/>
              <a:t> A: Using select(), monitors multiple file descriptors, blocking until any one of them has data</a:t>
            </a:r>
          </a:p>
          <a:p>
            <a:r>
              <a:rPr lang="en-US" sz="1600" i="1" dirty="0"/>
              <a:t>Main takeaway:</a:t>
            </a:r>
            <a:r>
              <a:rPr lang="en-US" sz="1600" dirty="0"/>
              <a:t> Real-world VPN servers must multiplex many concurrent tunnels, fork() + pipe() + select() is a classic Unix pattern for concurrent I/O with process isolation</a:t>
            </a:r>
          </a:p>
          <a:p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F96C47-558A-FF80-258B-BFE754B78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50" y="3022194"/>
            <a:ext cx="3484985" cy="2154105"/>
          </a:xfrm>
          <a:prstGeom prst="rect">
            <a:avLst/>
          </a:prstGeom>
        </p:spPr>
      </p:pic>
      <p:sp>
        <p:nvSpPr>
          <p:cNvPr id="6" name="Star: 5 Points 5">
            <a:extLst>
              <a:ext uri="{FF2B5EF4-FFF2-40B4-BE49-F238E27FC236}">
                <a16:creationId xmlns:a16="http://schemas.microsoft.com/office/drawing/2014/main" id="{2ADB56DE-F41F-A281-6883-F6C5ADC6D307}"/>
              </a:ext>
            </a:extLst>
          </p:cNvPr>
          <p:cNvSpPr/>
          <p:nvPr/>
        </p:nvSpPr>
        <p:spPr>
          <a:xfrm>
            <a:off x="11553245" y="246491"/>
            <a:ext cx="429370" cy="42937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837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FE4955-5D9A-81D9-021B-3B595060A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Extended Task - Man-in-the-Middle Attack Demonstration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2E9C920-F84A-E486-62AA-23CFFBCC8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1700" i="1" dirty="0"/>
              <a:t>Demo content:</a:t>
            </a:r>
            <a:endParaRPr lang="en-US" sz="1700" dirty="0"/>
          </a:p>
          <a:p>
            <a:pPr lvl="1"/>
            <a:r>
              <a:rPr lang="en-US" sz="1700" dirty="0"/>
              <a:t>simulated MITM setup: attacker intercepts traffic between Host U and VPN Server, presenting a forged/self-signed certificate not signed by the trusted CA</a:t>
            </a:r>
          </a:p>
          <a:p>
            <a:pPr lvl="1"/>
            <a:r>
              <a:rPr lang="en-US" sz="1700" dirty="0"/>
              <a:t>client-side error output when the forged certificate is rejected (certificate chain verification failure)</a:t>
            </a:r>
          </a:p>
          <a:p>
            <a:pPr lvl="1"/>
            <a:r>
              <a:rPr lang="en-US" sz="1700" dirty="0"/>
              <a:t>Wireshark confirming the attacker is in the path but cannot decrypt or impersonate successfully</a:t>
            </a:r>
          </a:p>
          <a:p>
            <a:r>
              <a:rPr lang="en-US" sz="1700" i="1" dirty="0"/>
              <a:t>Explanation:</a:t>
            </a:r>
            <a:endParaRPr lang="en-US" sz="1700" dirty="0"/>
          </a:p>
          <a:p>
            <a:pPr lvl="1"/>
            <a:r>
              <a:rPr lang="en-US" sz="1700" dirty="0"/>
              <a:t>The attacker can intercept TCP packets but cannot forge a certificate trusted by our CA</a:t>
            </a:r>
          </a:p>
          <a:p>
            <a:pPr lvl="1"/>
            <a:r>
              <a:rPr lang="en-US" sz="1700" dirty="0"/>
              <a:t>Without the server's private key, the attacker cannot complete the TLS handshake in the server's name</a:t>
            </a:r>
          </a:p>
          <a:p>
            <a:pPr lvl="1"/>
            <a:r>
              <a:rPr lang="en-US" sz="1700" dirty="0"/>
              <a:t>OpenSSL's </a:t>
            </a:r>
            <a:r>
              <a:rPr lang="en-US" sz="1700" dirty="0" err="1"/>
              <a:t>SSL_get_verify_result</a:t>
            </a:r>
            <a:r>
              <a:rPr lang="en-US" sz="1700" dirty="0"/>
              <a:t>() returns non-zero; our code checks this and terminates the connection</a:t>
            </a:r>
          </a:p>
          <a:p>
            <a:endParaRPr lang="en-US" sz="17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DEB5939-07BE-ED36-EB90-37DE70B73CDA}"/>
              </a:ext>
            </a:extLst>
          </p:cNvPr>
          <p:cNvSpPr/>
          <p:nvPr/>
        </p:nvSpPr>
        <p:spPr>
          <a:xfrm>
            <a:off x="8663976" y="6176963"/>
            <a:ext cx="3528023" cy="6810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u="sng" dirty="0"/>
              <a:t>Key Words</a:t>
            </a:r>
            <a:r>
              <a:rPr lang="en-US" sz="1400" dirty="0"/>
              <a:t>:</a:t>
            </a:r>
          </a:p>
          <a:p>
            <a:pPr marL="342900" indent="-342900">
              <a:buAutoNum type="arabicParenR"/>
            </a:pPr>
            <a:r>
              <a:rPr lang="en-US" sz="1400" dirty="0"/>
              <a:t>CA: Certificate Authority</a:t>
            </a:r>
          </a:p>
        </p:txBody>
      </p:sp>
    </p:spTree>
    <p:extLst>
      <p:ext uri="{BB962C8B-B14F-4D97-AF65-F5344CB8AC3E}">
        <p14:creationId xmlns:p14="http://schemas.microsoft.com/office/powerpoint/2010/main" val="170327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E2BA5-B100-B2D0-CAF3-138AA523F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</a:t>
            </a:r>
            <a:r>
              <a:rPr lang="en-US" dirty="0" err="1"/>
              <a:t>miniVPN</a:t>
            </a:r>
            <a:r>
              <a:rPr lang="en-US" dirty="0"/>
              <a:t> Defeats MITM Attacks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C29A90-8CEF-72A3-8105-F6EC508561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3371666"/>
              </p:ext>
            </p:extLst>
          </p:nvPr>
        </p:nvGraphicFramePr>
        <p:xfrm>
          <a:off x="838200" y="1825625"/>
          <a:ext cx="105156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1112347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4683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Attack 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Countermeasure in </a:t>
                      </a:r>
                      <a:r>
                        <a:rPr lang="en-US" dirty="0" err="1"/>
                        <a:t>miniVPN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669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Fake server certificate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TLS chain verification: certificate must be signed by our trusted 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412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Certificate belonging to a different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Hostname verification: CN/SAN must match the user-specified hostname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885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Replay attacks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TLS sequence numbers and MAC prevent replayed records from being accepted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420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Credential theft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Credentials sent only after TLS session is established, always encrypted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802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Eavesdropping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AES-256 encryption of all tunnel payloads via TLS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1524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6E0D8D9-BAF1-8501-F61D-0DFE84765C77}"/>
              </a:ext>
            </a:extLst>
          </p:cNvPr>
          <p:cNvSpPr txBox="1"/>
          <p:nvPr/>
        </p:nvSpPr>
        <p:spPr>
          <a:xfrm>
            <a:off x="838200" y="5529431"/>
            <a:ext cx="996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 principle:</a:t>
            </a:r>
            <a:r>
              <a:rPr lang="en-US" dirty="0"/>
              <a:t> Defense in depth as no single check is sufficient; the combination of PKI, hostname verification, and tunnel encryption closes the MITM attack surface</a:t>
            </a:r>
          </a:p>
        </p:txBody>
      </p:sp>
    </p:spTree>
    <p:extLst>
      <p:ext uri="{BB962C8B-B14F-4D97-AF65-F5344CB8AC3E}">
        <p14:creationId xmlns:p14="http://schemas.microsoft.com/office/powerpoint/2010/main" val="3810615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32EEC-CB2F-8902-8008-E1CD2AAF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Extending the Methodology - Broader Implications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28583F-8968-485B-1197-DEE0991279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1633"/>
            <a:ext cx="105156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MITM vulnerability we demonstrated is not unique to VPNs: it applies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any TLS-protected protocol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(HTTPS, IMPAC,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Certificate pinning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extends our approach: applications can pin an expected certificate fingerprint, rejecting even legitimately CA-signed certificates that don't match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Mutual TLS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mTLS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generalizes client authentication with certificates</a:t>
            </a:r>
            <a:r>
              <a:rPr lang="en-US" altLang="en-US" sz="1800" dirty="0">
                <a:latin typeface="Arial" panose="020B0604020202020204" pitchFamily="34" charset="0"/>
              </a:rPr>
              <a:t> which 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in zero-trust architectures and service meshes (e.g., Kubernetes)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DNS-based MITM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an attacker who controls DNS can redirect hostname resolution, countered by DNSSEC and certificate transparency logs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TUN/TAP tunneling pattern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also used in: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WireGuard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OpenVPN, Tor, and container networking, understanding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miniVPN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direct insight into all of these</a:t>
            </a:r>
          </a:p>
        </p:txBody>
      </p:sp>
    </p:spTree>
    <p:extLst>
      <p:ext uri="{BB962C8B-B14F-4D97-AF65-F5344CB8AC3E}">
        <p14:creationId xmlns:p14="http://schemas.microsoft.com/office/powerpoint/2010/main" val="958569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D9AB78-DC12-F7FB-987A-78CCB16D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088" y="565739"/>
            <a:ext cx="9745883" cy="112494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What We Built and What We Learned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D42DD4-86F6-4FD2-869F-32D35E310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1037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C36B8C5-0DEB-41B5-911D-572E2E835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16069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DC987A-A8C7-4C23-9BF5-33E9F6F2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6766" y="2256427"/>
            <a:ext cx="10855283" cy="3963398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13F2CF-C6DF-4CE1-A6F0-E3B1BFBB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256427"/>
            <a:ext cx="10853849" cy="3955009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325C15-4820-4911-B66E-A5F917CFA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5106" y="2125615"/>
            <a:ext cx="10855283" cy="397476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8B069A2-28C1-3776-7A33-442299B363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1016692"/>
              </p:ext>
            </p:extLst>
          </p:nvPr>
        </p:nvGraphicFramePr>
        <p:xfrm>
          <a:off x="1093694" y="2425605"/>
          <a:ext cx="10260106" cy="3371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3033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4E72B5-0938-40CC-4967-9440D558B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8308"/>
            <a:ext cx="7188989" cy="1021424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Solving the Core Problem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1440584"/>
            <a:ext cx="80271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C2F6CE-0CF2-4DDD-85F5-96799A328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164811" y="6267491"/>
            <a:ext cx="80271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04B7108-0E35-2568-4F44-9C38A3EEE1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9813615"/>
              </p:ext>
            </p:extLst>
          </p:nvPr>
        </p:nvGraphicFramePr>
        <p:xfrm>
          <a:off x="1392238" y="1715407"/>
          <a:ext cx="9407525" cy="424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7356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D1A637-F71B-96DC-7FE0-9AC94AFD2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8308"/>
            <a:ext cx="7188989" cy="1021424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Where to Go From Here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1440584"/>
            <a:ext cx="80271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C2F6CE-0CF2-4DDD-85F5-96799A328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164811" y="6267491"/>
            <a:ext cx="80271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170370C-E19C-FC89-DA82-CB0FAAABA2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1253549"/>
              </p:ext>
            </p:extLst>
          </p:nvPr>
        </p:nvGraphicFramePr>
        <p:xfrm>
          <a:off x="1392238" y="1715407"/>
          <a:ext cx="9407525" cy="424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8739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6F69D-EB8A-2297-F45A-73C4D54EB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Self-Reflection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04FAE1-9DC3-0516-34DE-33E6F96CAB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went well: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[e.g., TLS integration was smoother than expected once the certificate chain was set up correctly]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[e.g., The routing logic in Task 2 clicked once we traced packets in Wireshark]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was challenging: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[e.g., Debugging the multi-client pipe/select interaction — race conditions were subtle]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[e.g., Understanding why hostname verification requires a separate explicit check beyond chain validation]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 would do differently: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[e.g., Set up Wireshark capture profiles earlier — it would have saved hours of debugging]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[e.g., Test the tunnel-breaking scenario earlier to understand TCP state behavior]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personal 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[e.g., Building security from scratch makes abstractions concrete — it is one thing to know TLS exists, another to implement the handshake verification yourself]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293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2697</Words>
  <Application>Microsoft Office PowerPoint</Application>
  <PresentationFormat>Widescreen</PresentationFormat>
  <Paragraphs>229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Arial Unicode MS</vt:lpstr>
      <vt:lpstr>Office Theme</vt:lpstr>
      <vt:lpstr>VPN SEED Lab</vt:lpstr>
      <vt:lpstr>Why VPNs Matter in Modern Cybersecurity</vt:lpstr>
      <vt:lpstr>Where the Problem Lives: The OSI Context</vt:lpstr>
      <vt:lpstr>Roadmap</vt:lpstr>
      <vt:lpstr>Lab Network Topology</vt:lpstr>
      <vt:lpstr>How miniVPN Works</vt:lpstr>
      <vt:lpstr>TLS - The Protocol Securing Our Tunnel</vt:lpstr>
      <vt:lpstr>miniVPN - Task Overview and Completion Status</vt:lpstr>
      <vt:lpstr>Task 1 - Configuring the Virtual Network Environment</vt:lpstr>
      <vt:lpstr>Task 2 - Building the IP Tunnel with TUN/TAP</vt:lpstr>
      <vt:lpstr>Task 3 - Securing the Tunnel with TLS</vt:lpstr>
      <vt:lpstr>Task 4 - Server Authentication via X.509 Certificates</vt:lpstr>
      <vt:lpstr>Task 5 - Client (User) Authentication via Shadow File</vt:lpstr>
      <vt:lpstr>Task 6 - Multi-Client VPN Server with IPC</vt:lpstr>
      <vt:lpstr>Extended Task - Man-in-the-Middle Attack Demonstration</vt:lpstr>
      <vt:lpstr>How miniVPN Defeats MITM Attacks</vt:lpstr>
      <vt:lpstr>Extending the Methodology - Broader Implications</vt:lpstr>
      <vt:lpstr>What We Built and What We Learned</vt:lpstr>
      <vt:lpstr>Solving the Core Problem</vt:lpstr>
      <vt:lpstr>Where to Go From Here</vt:lpstr>
      <vt:lpstr>Self-Reflection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Smith, Matthew J</dc:creator>
  <cp:lastModifiedBy>Smith, Matthew J</cp:lastModifiedBy>
  <cp:revision>1</cp:revision>
  <dcterms:created xsi:type="dcterms:W3CDTF">2026-04-23T20:00:57Z</dcterms:created>
  <dcterms:modified xsi:type="dcterms:W3CDTF">2026-04-27T08:51:44Z</dcterms:modified>
</cp:coreProperties>
</file>